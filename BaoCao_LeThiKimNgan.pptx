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23"/>
  </p:notesMasterIdLst>
  <p:sldIdLst>
    <p:sldId id="289" r:id="rId3"/>
    <p:sldId id="301" r:id="rId4"/>
    <p:sldId id="303" r:id="rId5"/>
    <p:sldId id="304" r:id="rId6"/>
    <p:sldId id="305" r:id="rId7"/>
    <p:sldId id="306" r:id="rId8"/>
    <p:sldId id="307" r:id="rId9"/>
    <p:sldId id="308" r:id="rId10"/>
    <p:sldId id="309" r:id="rId11"/>
    <p:sldId id="310" r:id="rId12"/>
    <p:sldId id="311" r:id="rId13"/>
    <p:sldId id="312" r:id="rId14"/>
    <p:sldId id="313" r:id="rId15"/>
    <p:sldId id="314" r:id="rId16"/>
    <p:sldId id="315" r:id="rId17"/>
    <p:sldId id="316" r:id="rId18"/>
    <p:sldId id="317" r:id="rId19"/>
    <p:sldId id="318" r:id="rId20"/>
    <p:sldId id="319" r:id="rId21"/>
    <p:sldId id="302"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4" d="100"/>
          <a:sy n="104" d="100"/>
        </p:scale>
        <p:origin x="756" y="-12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theme" Target="theme/theme1.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notesMaster" Target="notesMasters/notesMaster1.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3A7BDC4-654A-48EB-BC1F-9D0B2B29EDC6}" type="datetimeFigureOut">
              <a:rPr lang="en-US" smtClean="0"/>
              <a:t>06/22/2026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DDC1DF-0917-4D0F-ADF8-8945C1047B7D}" type="slidenum">
              <a:rPr lang="en-US" smtClean="0"/>
              <a:t>‹#›</a:t>
            </a:fld>
            <a:endParaRPr lang="en-US"/>
          </a:p>
        </p:txBody>
      </p:sp>
    </p:spTree>
    <p:extLst>
      <p:ext uri="{BB962C8B-B14F-4D97-AF65-F5344CB8AC3E}">
        <p14:creationId xmlns:p14="http://schemas.microsoft.com/office/powerpoint/2010/main" val="28349112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7732D20-D44D-48B7-B3F2-2C529A94196C}" type="slidenum">
              <a:rPr lang="en-US"/>
              <a:pPr/>
              <a:t>1</a:t>
            </a:fld>
            <a:endParaRPr lang="en-US"/>
          </a:p>
        </p:txBody>
      </p:sp>
      <p:sp>
        <p:nvSpPr>
          <p:cNvPr id="318466" name="Rectangle 2"/>
          <p:cNvSpPr>
            <a:spLocks noGrp="1" noRot="1" noChangeAspect="1" noChangeArrowheads="1" noTextEdit="1"/>
          </p:cNvSpPr>
          <p:nvPr>
            <p:ph type="sldImg"/>
          </p:nvPr>
        </p:nvSpPr>
        <p:spPr>
          <a:xfrm>
            <a:off x="90488" y="744538"/>
            <a:ext cx="6616700" cy="3722687"/>
          </a:xfrm>
          <a:ln/>
        </p:spPr>
      </p:sp>
      <p:sp>
        <p:nvSpPr>
          <p:cNvPr id="318467" name="Rectangle 3"/>
          <p:cNvSpPr>
            <a:spLocks noGrp="1" noChangeArrowheads="1"/>
          </p:cNvSpPr>
          <p:nvPr>
            <p:ph type="body" idx="1"/>
          </p:nvPr>
        </p:nvSpPr>
        <p:spPr>
          <a:xfrm>
            <a:off x="679450" y="4716463"/>
            <a:ext cx="5438775" cy="4467225"/>
          </a:xfrm>
        </p:spPr>
        <p:txBody>
          <a:bodyPr/>
          <a:lstStyle/>
          <a:p>
            <a:endParaRPr lang="de-DE"/>
          </a:p>
        </p:txBody>
      </p:sp>
    </p:spTree>
    <p:extLst>
      <p:ext uri="{BB962C8B-B14F-4D97-AF65-F5344CB8AC3E}">
        <p14:creationId xmlns:p14="http://schemas.microsoft.com/office/powerpoint/2010/main" val="378550935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endParaRPr lang="en-US" sz="1200" kern="1200">
              <a:solidFill>
                <a:schemeClr val="tx1"/>
              </a:solidFill>
              <a:effectLst/>
              <a:latin typeface="Times New Roman" pitchFamily="18" charset="0"/>
              <a:ea typeface="+mn-ea"/>
              <a:cs typeface="+mn-cs"/>
            </a:endParaRPr>
          </a:p>
        </p:txBody>
      </p:sp>
      <p:sp>
        <p:nvSpPr>
          <p:cNvPr id="4" name="Slide Number Placeholder 3"/>
          <p:cNvSpPr>
            <a:spLocks noGrp="1"/>
          </p:cNvSpPr>
          <p:nvPr>
            <p:ph type="sldNum" sz="quarter" idx="5"/>
          </p:nvPr>
        </p:nvSpPr>
        <p:spPr/>
        <p:txBody>
          <a:bodyPr/>
          <a:lstStyle/>
          <a:p>
            <a:pPr marL="0" marR="0" lvl="0" indent="0" algn="r" defTabSz="955675" rtl="0" eaLnBrk="1" fontAlgn="base" latinLnBrk="0" hangingPunct="1">
              <a:lnSpc>
                <a:spcPct val="100000"/>
              </a:lnSpc>
              <a:spcBef>
                <a:spcPct val="0"/>
              </a:spcBef>
              <a:spcAft>
                <a:spcPct val="0"/>
              </a:spcAft>
              <a:buClrTx/>
              <a:buSzTx/>
              <a:buFontTx/>
              <a:buNone/>
              <a:tabLst/>
              <a:defRPr/>
            </a:pPr>
            <a:fld id="{412C2970-D838-4E16-9F7E-5362C8D6E639}" type="slidenum">
              <a:rPr kumimoji="0" lang="en-US" sz="1300" b="0" i="0" u="none" strike="noStrike" kern="1200" cap="none" spc="0" normalizeH="0" baseline="0" noProof="0" smtClean="0">
                <a:ln>
                  <a:noFill/>
                </a:ln>
                <a:solidFill>
                  <a:srgbClr val="000000"/>
                </a:solidFill>
                <a:effectLst/>
                <a:uLnTx/>
                <a:uFillTx/>
                <a:latin typeface="Times New Roman" pitchFamily="18" charset="0"/>
                <a:ea typeface="+mn-ea"/>
                <a:cs typeface="+mn-cs"/>
              </a:rPr>
              <a:pPr marL="0" marR="0" lvl="0" indent="0" algn="r" defTabSz="955675" rtl="0" eaLnBrk="1" fontAlgn="base" latinLnBrk="0" hangingPunct="1">
                <a:lnSpc>
                  <a:spcPct val="100000"/>
                </a:lnSpc>
                <a:spcBef>
                  <a:spcPct val="0"/>
                </a:spcBef>
                <a:spcAft>
                  <a:spcPct val="0"/>
                </a:spcAft>
                <a:buClrTx/>
                <a:buSzTx/>
                <a:buFontTx/>
                <a:buNone/>
                <a:tabLst/>
                <a:defRPr/>
              </a:pPr>
              <a:t>2</a:t>
            </a:fld>
            <a:endParaRPr kumimoji="0" lang="en-US" sz="1300" b="0" i="0" u="none" strike="noStrike" kern="1200" cap="none" spc="0" normalizeH="0" baseline="0" noProof="0">
              <a:ln>
                <a:noFill/>
              </a:ln>
              <a:solidFill>
                <a:srgbClr val="000000"/>
              </a:solidFill>
              <a:effectLst/>
              <a:uLnTx/>
              <a:uFillTx/>
              <a:latin typeface="Times New Roman" pitchFamily="18" charset="0"/>
              <a:ea typeface="+mn-ea"/>
              <a:cs typeface="+mn-cs"/>
            </a:endParaRPr>
          </a:p>
        </p:txBody>
      </p:sp>
    </p:spTree>
    <p:extLst>
      <p:ext uri="{BB962C8B-B14F-4D97-AF65-F5344CB8AC3E}">
        <p14:creationId xmlns:p14="http://schemas.microsoft.com/office/powerpoint/2010/main" val="235714680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56212D-1227-7245-94DD-066936B43B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ACAFA31-EAE5-686D-91A0-D0766A6C59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DF4955B-9D5B-6EA2-1145-8412ECC70D19}"/>
              </a:ext>
            </a:extLst>
          </p:cNvPr>
          <p:cNvSpPr>
            <a:spLocks noGrp="1"/>
          </p:cNvSpPr>
          <p:nvPr>
            <p:ph type="body" idx="1"/>
          </p:nvPr>
        </p:nvSpPr>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endParaRPr lang="en-US" sz="1200" kern="1200">
              <a:solidFill>
                <a:schemeClr val="tx1"/>
              </a:solidFill>
              <a:effectLst/>
              <a:latin typeface="Times New Roman" pitchFamily="18" charset="0"/>
              <a:ea typeface="+mn-ea"/>
              <a:cs typeface="+mn-cs"/>
            </a:endParaRPr>
          </a:p>
        </p:txBody>
      </p:sp>
      <p:sp>
        <p:nvSpPr>
          <p:cNvPr id="4" name="Slide Number Placeholder 3">
            <a:extLst>
              <a:ext uri="{FF2B5EF4-FFF2-40B4-BE49-F238E27FC236}">
                <a16:creationId xmlns:a16="http://schemas.microsoft.com/office/drawing/2014/main" id="{3627C8C0-FFB1-000D-362D-7EE7FC966903}"/>
              </a:ext>
            </a:extLst>
          </p:cNvPr>
          <p:cNvSpPr>
            <a:spLocks noGrp="1"/>
          </p:cNvSpPr>
          <p:nvPr>
            <p:ph type="sldNum" sz="quarter" idx="5"/>
          </p:nvPr>
        </p:nvSpPr>
        <p:spPr/>
        <p:txBody>
          <a:bodyPr/>
          <a:lstStyle/>
          <a:p>
            <a:pPr marL="0" marR="0" lvl="0" indent="0" algn="r" defTabSz="955675" rtl="0" eaLnBrk="1" fontAlgn="base" latinLnBrk="0" hangingPunct="1">
              <a:lnSpc>
                <a:spcPct val="100000"/>
              </a:lnSpc>
              <a:spcBef>
                <a:spcPct val="0"/>
              </a:spcBef>
              <a:spcAft>
                <a:spcPct val="0"/>
              </a:spcAft>
              <a:buClrTx/>
              <a:buSzTx/>
              <a:buFontTx/>
              <a:buNone/>
              <a:tabLst/>
              <a:defRPr/>
            </a:pPr>
            <a:fld id="{412C2970-D838-4E16-9F7E-5362C8D6E639}" type="slidenum">
              <a:rPr kumimoji="0" lang="en-US" sz="1300" b="0" i="0" u="none" strike="noStrike" kern="1200" cap="none" spc="0" normalizeH="0" baseline="0" noProof="0" smtClean="0">
                <a:ln>
                  <a:noFill/>
                </a:ln>
                <a:solidFill>
                  <a:srgbClr val="000000"/>
                </a:solidFill>
                <a:effectLst/>
                <a:uLnTx/>
                <a:uFillTx/>
                <a:latin typeface="Times New Roman" pitchFamily="18" charset="0"/>
                <a:ea typeface="+mn-ea"/>
                <a:cs typeface="+mn-cs"/>
              </a:rPr>
              <a:pPr marL="0" marR="0" lvl="0" indent="0" algn="r" defTabSz="955675" rtl="0" eaLnBrk="1" fontAlgn="base" latinLnBrk="0" hangingPunct="1">
                <a:lnSpc>
                  <a:spcPct val="100000"/>
                </a:lnSpc>
                <a:spcBef>
                  <a:spcPct val="0"/>
                </a:spcBef>
                <a:spcAft>
                  <a:spcPct val="0"/>
                </a:spcAft>
                <a:buClrTx/>
                <a:buSzTx/>
                <a:buFontTx/>
                <a:buNone/>
                <a:tabLst/>
                <a:defRPr/>
              </a:pPr>
              <a:t>3</a:t>
            </a:fld>
            <a:endParaRPr kumimoji="0" lang="en-US" sz="1300" b="0" i="0" u="none" strike="noStrike" kern="1200" cap="none" spc="0" normalizeH="0" baseline="0" noProof="0">
              <a:ln>
                <a:noFill/>
              </a:ln>
              <a:solidFill>
                <a:srgbClr val="000000"/>
              </a:solidFill>
              <a:effectLst/>
              <a:uLnTx/>
              <a:uFillTx/>
              <a:latin typeface="Times New Roman" pitchFamily="18" charset="0"/>
              <a:ea typeface="+mn-ea"/>
              <a:cs typeface="+mn-cs"/>
            </a:endParaRPr>
          </a:p>
        </p:txBody>
      </p:sp>
    </p:spTree>
    <p:extLst>
      <p:ext uri="{BB962C8B-B14F-4D97-AF65-F5344CB8AC3E}">
        <p14:creationId xmlns:p14="http://schemas.microsoft.com/office/powerpoint/2010/main" val="231652113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644343-0D73-6206-56FF-8FD6933E7F8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211B4E-B340-F808-11DC-33014A0F992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1108416-F15A-4474-2C4D-F6A6583EAD58}"/>
              </a:ext>
            </a:extLst>
          </p:cNvPr>
          <p:cNvSpPr>
            <a:spLocks noGrp="1"/>
          </p:cNvSpPr>
          <p:nvPr>
            <p:ph type="body" idx="1"/>
          </p:nvPr>
        </p:nvSpPr>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endParaRPr lang="en-US" sz="1200" kern="1200">
              <a:solidFill>
                <a:schemeClr val="tx1"/>
              </a:solidFill>
              <a:effectLst/>
              <a:latin typeface="Times New Roman" pitchFamily="18" charset="0"/>
              <a:ea typeface="+mn-ea"/>
              <a:cs typeface="+mn-cs"/>
            </a:endParaRPr>
          </a:p>
        </p:txBody>
      </p:sp>
      <p:sp>
        <p:nvSpPr>
          <p:cNvPr id="4" name="Slide Number Placeholder 3">
            <a:extLst>
              <a:ext uri="{FF2B5EF4-FFF2-40B4-BE49-F238E27FC236}">
                <a16:creationId xmlns:a16="http://schemas.microsoft.com/office/drawing/2014/main" id="{15538044-4CE8-258B-797A-1888CCC31FD1}"/>
              </a:ext>
            </a:extLst>
          </p:cNvPr>
          <p:cNvSpPr>
            <a:spLocks noGrp="1"/>
          </p:cNvSpPr>
          <p:nvPr>
            <p:ph type="sldNum" sz="quarter" idx="5"/>
          </p:nvPr>
        </p:nvSpPr>
        <p:spPr/>
        <p:txBody>
          <a:bodyPr/>
          <a:lstStyle/>
          <a:p>
            <a:pPr marL="0" marR="0" lvl="0" indent="0" algn="r" defTabSz="955675" rtl="0" eaLnBrk="1" fontAlgn="base" latinLnBrk="0" hangingPunct="1">
              <a:lnSpc>
                <a:spcPct val="100000"/>
              </a:lnSpc>
              <a:spcBef>
                <a:spcPct val="0"/>
              </a:spcBef>
              <a:spcAft>
                <a:spcPct val="0"/>
              </a:spcAft>
              <a:buClrTx/>
              <a:buSzTx/>
              <a:buFontTx/>
              <a:buNone/>
              <a:tabLst/>
              <a:defRPr/>
            </a:pPr>
            <a:fld id="{412C2970-D838-4E16-9F7E-5362C8D6E639}" type="slidenum">
              <a:rPr kumimoji="0" lang="en-US" sz="1300" b="0" i="0" u="none" strike="noStrike" kern="1200" cap="none" spc="0" normalizeH="0" baseline="0" noProof="0" smtClean="0">
                <a:ln>
                  <a:noFill/>
                </a:ln>
                <a:solidFill>
                  <a:srgbClr val="000000"/>
                </a:solidFill>
                <a:effectLst/>
                <a:uLnTx/>
                <a:uFillTx/>
                <a:latin typeface="Times New Roman" pitchFamily="18" charset="0"/>
                <a:ea typeface="+mn-ea"/>
                <a:cs typeface="+mn-cs"/>
              </a:rPr>
              <a:pPr marL="0" marR="0" lvl="0" indent="0" algn="r" defTabSz="955675" rtl="0" eaLnBrk="1" fontAlgn="base" latinLnBrk="0" hangingPunct="1">
                <a:lnSpc>
                  <a:spcPct val="100000"/>
                </a:lnSpc>
                <a:spcBef>
                  <a:spcPct val="0"/>
                </a:spcBef>
                <a:spcAft>
                  <a:spcPct val="0"/>
                </a:spcAft>
                <a:buClrTx/>
                <a:buSzTx/>
                <a:buFontTx/>
                <a:buNone/>
                <a:tabLst/>
                <a:defRPr/>
              </a:pPr>
              <a:t>4</a:t>
            </a:fld>
            <a:endParaRPr kumimoji="0" lang="en-US" sz="1300" b="0" i="0" u="none" strike="noStrike" kern="1200" cap="none" spc="0" normalizeH="0" baseline="0" noProof="0">
              <a:ln>
                <a:noFill/>
              </a:ln>
              <a:solidFill>
                <a:srgbClr val="000000"/>
              </a:solidFill>
              <a:effectLst/>
              <a:uLnTx/>
              <a:uFillTx/>
              <a:latin typeface="Times New Roman" pitchFamily="18" charset="0"/>
              <a:ea typeface="+mn-ea"/>
              <a:cs typeface="+mn-cs"/>
            </a:endParaRPr>
          </a:p>
        </p:txBody>
      </p:sp>
    </p:spTree>
    <p:extLst>
      <p:ext uri="{BB962C8B-B14F-4D97-AF65-F5344CB8AC3E}">
        <p14:creationId xmlns:p14="http://schemas.microsoft.com/office/powerpoint/2010/main" val="258247377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E7C4A7-1FCD-339A-045F-88F1B61CE0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7F9210A-C860-C1F4-14B7-2710459C301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149B575-2D82-92BC-A600-4C23A59500D0}"/>
              </a:ext>
            </a:extLst>
          </p:cNvPr>
          <p:cNvSpPr>
            <a:spLocks noGrp="1"/>
          </p:cNvSpPr>
          <p:nvPr>
            <p:ph type="body" idx="1"/>
          </p:nvPr>
        </p:nvSpPr>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endParaRPr lang="en-US" sz="1200" kern="1200">
              <a:solidFill>
                <a:schemeClr val="tx1"/>
              </a:solidFill>
              <a:effectLst/>
              <a:latin typeface="Times New Roman" pitchFamily="18" charset="0"/>
              <a:ea typeface="+mn-ea"/>
              <a:cs typeface="+mn-cs"/>
            </a:endParaRPr>
          </a:p>
        </p:txBody>
      </p:sp>
      <p:sp>
        <p:nvSpPr>
          <p:cNvPr id="4" name="Slide Number Placeholder 3">
            <a:extLst>
              <a:ext uri="{FF2B5EF4-FFF2-40B4-BE49-F238E27FC236}">
                <a16:creationId xmlns:a16="http://schemas.microsoft.com/office/drawing/2014/main" id="{CBDF0368-8AD1-C607-883B-8BC462DA437C}"/>
              </a:ext>
            </a:extLst>
          </p:cNvPr>
          <p:cNvSpPr>
            <a:spLocks noGrp="1"/>
          </p:cNvSpPr>
          <p:nvPr>
            <p:ph type="sldNum" sz="quarter" idx="5"/>
          </p:nvPr>
        </p:nvSpPr>
        <p:spPr/>
        <p:txBody>
          <a:bodyPr/>
          <a:lstStyle/>
          <a:p>
            <a:pPr marL="0" marR="0" lvl="0" indent="0" algn="r" defTabSz="955675" rtl="0" eaLnBrk="1" fontAlgn="base" latinLnBrk="0" hangingPunct="1">
              <a:lnSpc>
                <a:spcPct val="100000"/>
              </a:lnSpc>
              <a:spcBef>
                <a:spcPct val="0"/>
              </a:spcBef>
              <a:spcAft>
                <a:spcPct val="0"/>
              </a:spcAft>
              <a:buClrTx/>
              <a:buSzTx/>
              <a:buFontTx/>
              <a:buNone/>
              <a:tabLst/>
              <a:defRPr/>
            </a:pPr>
            <a:fld id="{412C2970-D838-4E16-9F7E-5362C8D6E639}" type="slidenum">
              <a:rPr kumimoji="0" lang="en-US" sz="1300" b="0" i="0" u="none" strike="noStrike" kern="1200" cap="none" spc="0" normalizeH="0" baseline="0" noProof="0" smtClean="0">
                <a:ln>
                  <a:noFill/>
                </a:ln>
                <a:solidFill>
                  <a:srgbClr val="000000"/>
                </a:solidFill>
                <a:effectLst/>
                <a:uLnTx/>
                <a:uFillTx/>
                <a:latin typeface="Times New Roman" pitchFamily="18" charset="0"/>
                <a:ea typeface="+mn-ea"/>
                <a:cs typeface="+mn-cs"/>
              </a:rPr>
              <a:pPr marL="0" marR="0" lvl="0" indent="0" algn="r" defTabSz="955675" rtl="0" eaLnBrk="1" fontAlgn="base" latinLnBrk="0" hangingPunct="1">
                <a:lnSpc>
                  <a:spcPct val="100000"/>
                </a:lnSpc>
                <a:spcBef>
                  <a:spcPct val="0"/>
                </a:spcBef>
                <a:spcAft>
                  <a:spcPct val="0"/>
                </a:spcAft>
                <a:buClrTx/>
                <a:buSzTx/>
                <a:buFontTx/>
                <a:buNone/>
                <a:tabLst/>
                <a:defRPr/>
              </a:pPr>
              <a:t>5</a:t>
            </a:fld>
            <a:endParaRPr kumimoji="0" lang="en-US" sz="1300" b="0" i="0" u="none" strike="noStrike" kern="1200" cap="none" spc="0" normalizeH="0" baseline="0" noProof="0">
              <a:ln>
                <a:noFill/>
              </a:ln>
              <a:solidFill>
                <a:srgbClr val="000000"/>
              </a:solidFill>
              <a:effectLst/>
              <a:uLnTx/>
              <a:uFillTx/>
              <a:latin typeface="Times New Roman" pitchFamily="18" charset="0"/>
              <a:ea typeface="+mn-ea"/>
              <a:cs typeface="+mn-cs"/>
            </a:endParaRPr>
          </a:p>
        </p:txBody>
      </p:sp>
    </p:spTree>
    <p:extLst>
      <p:ext uri="{BB962C8B-B14F-4D97-AF65-F5344CB8AC3E}">
        <p14:creationId xmlns:p14="http://schemas.microsoft.com/office/powerpoint/2010/main" val="289339290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3FE71E-62E3-E418-9F5A-025EB2D3C4D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033B550-D1CA-1F23-50FD-94A34AE2DA4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469889E-BF78-9E57-CD70-406519D50A14}"/>
              </a:ext>
            </a:extLst>
          </p:cNvPr>
          <p:cNvSpPr>
            <a:spLocks noGrp="1"/>
          </p:cNvSpPr>
          <p:nvPr>
            <p:ph type="body" idx="1"/>
          </p:nvPr>
        </p:nvSpPr>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endParaRPr lang="en-US" sz="1200" kern="1200">
              <a:solidFill>
                <a:schemeClr val="tx1"/>
              </a:solidFill>
              <a:effectLst/>
              <a:latin typeface="Times New Roman" pitchFamily="18" charset="0"/>
              <a:ea typeface="+mn-ea"/>
              <a:cs typeface="+mn-cs"/>
            </a:endParaRPr>
          </a:p>
        </p:txBody>
      </p:sp>
      <p:sp>
        <p:nvSpPr>
          <p:cNvPr id="4" name="Slide Number Placeholder 3">
            <a:extLst>
              <a:ext uri="{FF2B5EF4-FFF2-40B4-BE49-F238E27FC236}">
                <a16:creationId xmlns:a16="http://schemas.microsoft.com/office/drawing/2014/main" id="{54917138-B65C-42AF-2D22-0594C254F620}"/>
              </a:ext>
            </a:extLst>
          </p:cNvPr>
          <p:cNvSpPr>
            <a:spLocks noGrp="1"/>
          </p:cNvSpPr>
          <p:nvPr>
            <p:ph type="sldNum" sz="quarter" idx="5"/>
          </p:nvPr>
        </p:nvSpPr>
        <p:spPr/>
        <p:txBody>
          <a:bodyPr/>
          <a:lstStyle/>
          <a:p>
            <a:pPr marL="0" marR="0" lvl="0" indent="0" algn="r" defTabSz="955675" rtl="0" eaLnBrk="1" fontAlgn="base" latinLnBrk="0" hangingPunct="1">
              <a:lnSpc>
                <a:spcPct val="100000"/>
              </a:lnSpc>
              <a:spcBef>
                <a:spcPct val="0"/>
              </a:spcBef>
              <a:spcAft>
                <a:spcPct val="0"/>
              </a:spcAft>
              <a:buClrTx/>
              <a:buSzTx/>
              <a:buFontTx/>
              <a:buNone/>
              <a:tabLst/>
              <a:defRPr/>
            </a:pPr>
            <a:fld id="{412C2970-D838-4E16-9F7E-5362C8D6E639}" type="slidenum">
              <a:rPr kumimoji="0" lang="en-US" sz="1300" b="0" i="0" u="none" strike="noStrike" kern="1200" cap="none" spc="0" normalizeH="0" baseline="0" noProof="0" smtClean="0">
                <a:ln>
                  <a:noFill/>
                </a:ln>
                <a:solidFill>
                  <a:srgbClr val="000000"/>
                </a:solidFill>
                <a:effectLst/>
                <a:uLnTx/>
                <a:uFillTx/>
                <a:latin typeface="Times New Roman" pitchFamily="18" charset="0"/>
                <a:ea typeface="+mn-ea"/>
                <a:cs typeface="+mn-cs"/>
              </a:rPr>
              <a:pPr marL="0" marR="0" lvl="0" indent="0" algn="r" defTabSz="955675" rtl="0" eaLnBrk="1" fontAlgn="base" latinLnBrk="0" hangingPunct="1">
                <a:lnSpc>
                  <a:spcPct val="100000"/>
                </a:lnSpc>
                <a:spcBef>
                  <a:spcPct val="0"/>
                </a:spcBef>
                <a:spcAft>
                  <a:spcPct val="0"/>
                </a:spcAft>
                <a:buClrTx/>
                <a:buSzTx/>
                <a:buFontTx/>
                <a:buNone/>
                <a:tabLst/>
                <a:defRPr/>
              </a:pPr>
              <a:t>6</a:t>
            </a:fld>
            <a:endParaRPr kumimoji="0" lang="en-US" sz="1300" b="0" i="0" u="none" strike="noStrike" kern="1200" cap="none" spc="0" normalizeH="0" baseline="0" noProof="0">
              <a:ln>
                <a:noFill/>
              </a:ln>
              <a:solidFill>
                <a:srgbClr val="000000"/>
              </a:solidFill>
              <a:effectLst/>
              <a:uLnTx/>
              <a:uFillTx/>
              <a:latin typeface="Times New Roman" pitchFamily="18" charset="0"/>
              <a:ea typeface="+mn-ea"/>
              <a:cs typeface="+mn-cs"/>
            </a:endParaRPr>
          </a:p>
        </p:txBody>
      </p:sp>
    </p:spTree>
    <p:extLst>
      <p:ext uri="{BB962C8B-B14F-4D97-AF65-F5344CB8AC3E}">
        <p14:creationId xmlns:p14="http://schemas.microsoft.com/office/powerpoint/2010/main" val="384042565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8C2B92-D57A-0848-50BD-A94345D7D1C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21FAE2B-0B2A-EDA2-FFFC-B0D9CC744EC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E53515A-AE63-BED3-7893-560DDAFFDBA7}"/>
              </a:ext>
            </a:extLst>
          </p:cNvPr>
          <p:cNvSpPr>
            <a:spLocks noGrp="1"/>
          </p:cNvSpPr>
          <p:nvPr>
            <p:ph type="body" idx="1"/>
          </p:nvPr>
        </p:nvSpPr>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endParaRPr lang="en-US" sz="1200" kern="1200">
              <a:solidFill>
                <a:schemeClr val="tx1"/>
              </a:solidFill>
              <a:effectLst/>
              <a:latin typeface="Times New Roman" pitchFamily="18" charset="0"/>
              <a:ea typeface="+mn-ea"/>
              <a:cs typeface="+mn-cs"/>
            </a:endParaRPr>
          </a:p>
        </p:txBody>
      </p:sp>
      <p:sp>
        <p:nvSpPr>
          <p:cNvPr id="4" name="Slide Number Placeholder 3">
            <a:extLst>
              <a:ext uri="{FF2B5EF4-FFF2-40B4-BE49-F238E27FC236}">
                <a16:creationId xmlns:a16="http://schemas.microsoft.com/office/drawing/2014/main" id="{0FCB7A98-F2AE-89EC-DBCE-BCD5133DAA4B}"/>
              </a:ext>
            </a:extLst>
          </p:cNvPr>
          <p:cNvSpPr>
            <a:spLocks noGrp="1"/>
          </p:cNvSpPr>
          <p:nvPr>
            <p:ph type="sldNum" sz="quarter" idx="5"/>
          </p:nvPr>
        </p:nvSpPr>
        <p:spPr/>
        <p:txBody>
          <a:bodyPr/>
          <a:lstStyle/>
          <a:p>
            <a:pPr marL="0" marR="0" lvl="0" indent="0" algn="r" defTabSz="955675" rtl="0" eaLnBrk="1" fontAlgn="base" latinLnBrk="0" hangingPunct="1">
              <a:lnSpc>
                <a:spcPct val="100000"/>
              </a:lnSpc>
              <a:spcBef>
                <a:spcPct val="0"/>
              </a:spcBef>
              <a:spcAft>
                <a:spcPct val="0"/>
              </a:spcAft>
              <a:buClrTx/>
              <a:buSzTx/>
              <a:buFontTx/>
              <a:buNone/>
              <a:tabLst/>
              <a:defRPr/>
            </a:pPr>
            <a:fld id="{412C2970-D838-4E16-9F7E-5362C8D6E639}" type="slidenum">
              <a:rPr kumimoji="0" lang="en-US" sz="1300" b="0" i="0" u="none" strike="noStrike" kern="1200" cap="none" spc="0" normalizeH="0" baseline="0" noProof="0" smtClean="0">
                <a:ln>
                  <a:noFill/>
                </a:ln>
                <a:solidFill>
                  <a:srgbClr val="000000"/>
                </a:solidFill>
                <a:effectLst/>
                <a:uLnTx/>
                <a:uFillTx/>
                <a:latin typeface="Times New Roman" pitchFamily="18" charset="0"/>
                <a:ea typeface="+mn-ea"/>
                <a:cs typeface="+mn-cs"/>
              </a:rPr>
              <a:pPr marL="0" marR="0" lvl="0" indent="0" algn="r" defTabSz="955675" rtl="0" eaLnBrk="1" fontAlgn="base" latinLnBrk="0" hangingPunct="1">
                <a:lnSpc>
                  <a:spcPct val="100000"/>
                </a:lnSpc>
                <a:spcBef>
                  <a:spcPct val="0"/>
                </a:spcBef>
                <a:spcAft>
                  <a:spcPct val="0"/>
                </a:spcAft>
                <a:buClrTx/>
                <a:buSzTx/>
                <a:buFontTx/>
                <a:buNone/>
                <a:tabLst/>
                <a:defRPr/>
              </a:pPr>
              <a:t>7</a:t>
            </a:fld>
            <a:endParaRPr kumimoji="0" lang="en-US" sz="1300" b="0" i="0" u="none" strike="noStrike" kern="1200" cap="none" spc="0" normalizeH="0" baseline="0" noProof="0">
              <a:ln>
                <a:noFill/>
              </a:ln>
              <a:solidFill>
                <a:srgbClr val="000000"/>
              </a:solidFill>
              <a:effectLst/>
              <a:uLnTx/>
              <a:uFillTx/>
              <a:latin typeface="Times New Roman" pitchFamily="18" charset="0"/>
              <a:ea typeface="+mn-ea"/>
              <a:cs typeface="+mn-cs"/>
            </a:endParaRPr>
          </a:p>
        </p:txBody>
      </p:sp>
    </p:spTree>
    <p:extLst>
      <p:ext uri="{BB962C8B-B14F-4D97-AF65-F5344CB8AC3E}">
        <p14:creationId xmlns:p14="http://schemas.microsoft.com/office/powerpoint/2010/main" val="399911320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AC37BA-B95E-96C4-B1C4-0E83FF9921A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E44428-008A-41EE-3840-AA909799776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77BAE78-3128-70DD-0C66-8D66FF61EEEB}"/>
              </a:ext>
            </a:extLst>
          </p:cNvPr>
          <p:cNvSpPr>
            <a:spLocks noGrp="1"/>
          </p:cNvSpPr>
          <p:nvPr>
            <p:ph type="body" idx="1"/>
          </p:nvPr>
        </p:nvSpPr>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endParaRPr lang="en-US" sz="1200" kern="1200">
              <a:solidFill>
                <a:schemeClr val="tx1"/>
              </a:solidFill>
              <a:effectLst/>
              <a:latin typeface="Times New Roman" pitchFamily="18" charset="0"/>
              <a:ea typeface="+mn-ea"/>
              <a:cs typeface="+mn-cs"/>
            </a:endParaRPr>
          </a:p>
        </p:txBody>
      </p:sp>
      <p:sp>
        <p:nvSpPr>
          <p:cNvPr id="4" name="Slide Number Placeholder 3">
            <a:extLst>
              <a:ext uri="{FF2B5EF4-FFF2-40B4-BE49-F238E27FC236}">
                <a16:creationId xmlns:a16="http://schemas.microsoft.com/office/drawing/2014/main" id="{E027B9C2-361E-C59B-9E7D-F0E9A0B5D886}"/>
              </a:ext>
            </a:extLst>
          </p:cNvPr>
          <p:cNvSpPr>
            <a:spLocks noGrp="1"/>
          </p:cNvSpPr>
          <p:nvPr>
            <p:ph type="sldNum" sz="quarter" idx="5"/>
          </p:nvPr>
        </p:nvSpPr>
        <p:spPr/>
        <p:txBody>
          <a:bodyPr/>
          <a:lstStyle/>
          <a:p>
            <a:pPr marL="0" marR="0" lvl="0" indent="0" algn="r" defTabSz="955675" rtl="0" eaLnBrk="1" fontAlgn="base" latinLnBrk="0" hangingPunct="1">
              <a:lnSpc>
                <a:spcPct val="100000"/>
              </a:lnSpc>
              <a:spcBef>
                <a:spcPct val="0"/>
              </a:spcBef>
              <a:spcAft>
                <a:spcPct val="0"/>
              </a:spcAft>
              <a:buClrTx/>
              <a:buSzTx/>
              <a:buFontTx/>
              <a:buNone/>
              <a:tabLst/>
              <a:defRPr/>
            </a:pPr>
            <a:fld id="{412C2970-D838-4E16-9F7E-5362C8D6E639}" type="slidenum">
              <a:rPr kumimoji="0" lang="en-US" sz="1300" b="0" i="0" u="none" strike="noStrike" kern="1200" cap="none" spc="0" normalizeH="0" baseline="0" noProof="0" smtClean="0">
                <a:ln>
                  <a:noFill/>
                </a:ln>
                <a:solidFill>
                  <a:srgbClr val="000000"/>
                </a:solidFill>
                <a:effectLst/>
                <a:uLnTx/>
                <a:uFillTx/>
                <a:latin typeface="Times New Roman" pitchFamily="18" charset="0"/>
                <a:ea typeface="+mn-ea"/>
                <a:cs typeface="+mn-cs"/>
              </a:rPr>
              <a:pPr marL="0" marR="0" lvl="0" indent="0" algn="r" defTabSz="955675" rtl="0" eaLnBrk="1" fontAlgn="base" latinLnBrk="0" hangingPunct="1">
                <a:lnSpc>
                  <a:spcPct val="100000"/>
                </a:lnSpc>
                <a:spcBef>
                  <a:spcPct val="0"/>
                </a:spcBef>
                <a:spcAft>
                  <a:spcPct val="0"/>
                </a:spcAft>
                <a:buClrTx/>
                <a:buSzTx/>
                <a:buFontTx/>
                <a:buNone/>
                <a:tabLst/>
                <a:defRPr/>
              </a:pPr>
              <a:t>8</a:t>
            </a:fld>
            <a:endParaRPr kumimoji="0" lang="en-US" sz="1300" b="0" i="0" u="none" strike="noStrike" kern="1200" cap="none" spc="0" normalizeH="0" baseline="0" noProof="0">
              <a:ln>
                <a:noFill/>
              </a:ln>
              <a:solidFill>
                <a:srgbClr val="000000"/>
              </a:solidFill>
              <a:effectLst/>
              <a:uLnTx/>
              <a:uFillTx/>
              <a:latin typeface="Times New Roman" pitchFamily="18" charset="0"/>
              <a:ea typeface="+mn-ea"/>
              <a:cs typeface="+mn-cs"/>
            </a:endParaRPr>
          </a:p>
        </p:txBody>
      </p:sp>
    </p:spTree>
    <p:extLst>
      <p:ext uri="{BB962C8B-B14F-4D97-AF65-F5344CB8AC3E}">
        <p14:creationId xmlns:p14="http://schemas.microsoft.com/office/powerpoint/2010/main" val="135913013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8D5720-D99B-0540-E9FD-1F2A275313E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FCE5B9C-B677-06FF-0BCE-46D618ED508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6BD2A80-5663-0F14-1B39-B6353045E583}"/>
              </a:ext>
            </a:extLst>
          </p:cNvPr>
          <p:cNvSpPr>
            <a:spLocks noGrp="1"/>
          </p:cNvSpPr>
          <p:nvPr>
            <p:ph type="body" idx="1"/>
          </p:nvPr>
        </p:nvSpPr>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endParaRPr lang="en-US" sz="1200" kern="1200">
              <a:solidFill>
                <a:schemeClr val="tx1"/>
              </a:solidFill>
              <a:effectLst/>
              <a:latin typeface="Times New Roman" pitchFamily="18" charset="0"/>
              <a:ea typeface="+mn-ea"/>
              <a:cs typeface="+mn-cs"/>
            </a:endParaRPr>
          </a:p>
        </p:txBody>
      </p:sp>
      <p:sp>
        <p:nvSpPr>
          <p:cNvPr id="4" name="Slide Number Placeholder 3">
            <a:extLst>
              <a:ext uri="{FF2B5EF4-FFF2-40B4-BE49-F238E27FC236}">
                <a16:creationId xmlns:a16="http://schemas.microsoft.com/office/drawing/2014/main" id="{06DF2B1B-AC85-111F-599C-6BF6A77C0194}"/>
              </a:ext>
            </a:extLst>
          </p:cNvPr>
          <p:cNvSpPr>
            <a:spLocks noGrp="1"/>
          </p:cNvSpPr>
          <p:nvPr>
            <p:ph type="sldNum" sz="quarter" idx="5"/>
          </p:nvPr>
        </p:nvSpPr>
        <p:spPr/>
        <p:txBody>
          <a:bodyPr/>
          <a:lstStyle/>
          <a:p>
            <a:pPr marL="0" marR="0" lvl="0" indent="0" algn="r" defTabSz="955675" rtl="0" eaLnBrk="1" fontAlgn="base" latinLnBrk="0" hangingPunct="1">
              <a:lnSpc>
                <a:spcPct val="100000"/>
              </a:lnSpc>
              <a:spcBef>
                <a:spcPct val="0"/>
              </a:spcBef>
              <a:spcAft>
                <a:spcPct val="0"/>
              </a:spcAft>
              <a:buClrTx/>
              <a:buSzTx/>
              <a:buFontTx/>
              <a:buNone/>
              <a:tabLst/>
              <a:defRPr/>
            </a:pPr>
            <a:fld id="{412C2970-D838-4E16-9F7E-5362C8D6E639}" type="slidenum">
              <a:rPr kumimoji="0" lang="en-US" sz="1300" b="0" i="0" u="none" strike="noStrike" kern="1200" cap="none" spc="0" normalizeH="0" baseline="0" noProof="0" smtClean="0">
                <a:ln>
                  <a:noFill/>
                </a:ln>
                <a:solidFill>
                  <a:srgbClr val="000000"/>
                </a:solidFill>
                <a:effectLst/>
                <a:uLnTx/>
                <a:uFillTx/>
                <a:latin typeface="Times New Roman" pitchFamily="18" charset="0"/>
                <a:ea typeface="+mn-ea"/>
                <a:cs typeface="+mn-cs"/>
              </a:rPr>
              <a:pPr marL="0" marR="0" lvl="0" indent="0" algn="r" defTabSz="955675" rtl="0" eaLnBrk="1" fontAlgn="base" latinLnBrk="0" hangingPunct="1">
                <a:lnSpc>
                  <a:spcPct val="100000"/>
                </a:lnSpc>
                <a:spcBef>
                  <a:spcPct val="0"/>
                </a:spcBef>
                <a:spcAft>
                  <a:spcPct val="0"/>
                </a:spcAft>
                <a:buClrTx/>
                <a:buSzTx/>
                <a:buFontTx/>
                <a:buNone/>
                <a:tabLst/>
                <a:defRPr/>
              </a:pPr>
              <a:t>9</a:t>
            </a:fld>
            <a:endParaRPr kumimoji="0" lang="en-US" sz="1300" b="0" i="0" u="none" strike="noStrike" kern="1200" cap="none" spc="0" normalizeH="0" baseline="0" noProof="0">
              <a:ln>
                <a:noFill/>
              </a:ln>
              <a:solidFill>
                <a:srgbClr val="000000"/>
              </a:solidFill>
              <a:effectLst/>
              <a:uLnTx/>
              <a:uFillTx/>
              <a:latin typeface="Times New Roman" pitchFamily="18" charset="0"/>
              <a:ea typeface="+mn-ea"/>
              <a:cs typeface="+mn-cs"/>
            </a:endParaRPr>
          </a:p>
        </p:txBody>
      </p:sp>
    </p:spTree>
    <p:extLst>
      <p:ext uri="{BB962C8B-B14F-4D97-AF65-F5344CB8AC3E}">
        <p14:creationId xmlns:p14="http://schemas.microsoft.com/office/powerpoint/2010/main" val="49864123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77AA23-F8AE-4D12-0271-9B2ED10F1D5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CEB52EE-697C-5D37-BD65-17B19720501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71A8366-9E92-DB09-FA54-D12401BC449F}"/>
              </a:ext>
            </a:extLst>
          </p:cNvPr>
          <p:cNvSpPr>
            <a:spLocks noGrp="1"/>
          </p:cNvSpPr>
          <p:nvPr>
            <p:ph type="body" idx="1"/>
          </p:nvPr>
        </p:nvSpPr>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endParaRPr lang="en-US" sz="1200" kern="1200">
              <a:solidFill>
                <a:schemeClr val="tx1"/>
              </a:solidFill>
              <a:effectLst/>
              <a:latin typeface="Times New Roman" pitchFamily="18" charset="0"/>
              <a:ea typeface="+mn-ea"/>
              <a:cs typeface="+mn-cs"/>
            </a:endParaRPr>
          </a:p>
        </p:txBody>
      </p:sp>
      <p:sp>
        <p:nvSpPr>
          <p:cNvPr id="4" name="Slide Number Placeholder 3">
            <a:extLst>
              <a:ext uri="{FF2B5EF4-FFF2-40B4-BE49-F238E27FC236}">
                <a16:creationId xmlns:a16="http://schemas.microsoft.com/office/drawing/2014/main" id="{56717879-C3CB-F064-A4B0-EB81423563E2}"/>
              </a:ext>
            </a:extLst>
          </p:cNvPr>
          <p:cNvSpPr>
            <a:spLocks noGrp="1"/>
          </p:cNvSpPr>
          <p:nvPr>
            <p:ph type="sldNum" sz="quarter" idx="5"/>
          </p:nvPr>
        </p:nvSpPr>
        <p:spPr/>
        <p:txBody>
          <a:bodyPr/>
          <a:lstStyle/>
          <a:p>
            <a:pPr marL="0" marR="0" lvl="0" indent="0" algn="r" defTabSz="955675" rtl="0" eaLnBrk="1" fontAlgn="base" latinLnBrk="0" hangingPunct="1">
              <a:lnSpc>
                <a:spcPct val="100000"/>
              </a:lnSpc>
              <a:spcBef>
                <a:spcPct val="0"/>
              </a:spcBef>
              <a:spcAft>
                <a:spcPct val="0"/>
              </a:spcAft>
              <a:buClrTx/>
              <a:buSzTx/>
              <a:buFontTx/>
              <a:buNone/>
              <a:tabLst/>
              <a:defRPr/>
            </a:pPr>
            <a:fld id="{412C2970-D838-4E16-9F7E-5362C8D6E639}" type="slidenum">
              <a:rPr kumimoji="0" lang="en-US" sz="1300" b="0" i="0" u="none" strike="noStrike" kern="1200" cap="none" spc="0" normalizeH="0" baseline="0" noProof="0" smtClean="0">
                <a:ln>
                  <a:noFill/>
                </a:ln>
                <a:solidFill>
                  <a:srgbClr val="000000"/>
                </a:solidFill>
                <a:effectLst/>
                <a:uLnTx/>
                <a:uFillTx/>
                <a:latin typeface="Times New Roman" pitchFamily="18" charset="0"/>
                <a:ea typeface="+mn-ea"/>
                <a:cs typeface="+mn-cs"/>
              </a:rPr>
              <a:pPr marL="0" marR="0" lvl="0" indent="0" algn="r" defTabSz="955675" rtl="0" eaLnBrk="1" fontAlgn="base" latinLnBrk="0" hangingPunct="1">
                <a:lnSpc>
                  <a:spcPct val="100000"/>
                </a:lnSpc>
                <a:spcBef>
                  <a:spcPct val="0"/>
                </a:spcBef>
                <a:spcAft>
                  <a:spcPct val="0"/>
                </a:spcAft>
                <a:buClrTx/>
                <a:buSzTx/>
                <a:buFontTx/>
                <a:buNone/>
                <a:tabLst/>
                <a:defRPr/>
              </a:pPr>
              <a:t>10</a:t>
            </a:fld>
            <a:endParaRPr kumimoji="0" lang="en-US" sz="1300" b="0" i="0" u="none" strike="noStrike" kern="1200" cap="none" spc="0" normalizeH="0" baseline="0" noProof="0">
              <a:ln>
                <a:noFill/>
              </a:ln>
              <a:solidFill>
                <a:srgbClr val="000000"/>
              </a:solidFill>
              <a:effectLst/>
              <a:uLnTx/>
              <a:uFillTx/>
              <a:latin typeface="Times New Roman" pitchFamily="18" charset="0"/>
              <a:ea typeface="+mn-ea"/>
              <a:cs typeface="+mn-cs"/>
            </a:endParaRPr>
          </a:p>
        </p:txBody>
      </p:sp>
    </p:spTree>
    <p:extLst>
      <p:ext uri="{BB962C8B-B14F-4D97-AF65-F5344CB8AC3E}">
        <p14:creationId xmlns:p14="http://schemas.microsoft.com/office/powerpoint/2010/main" val="155972594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A86043-78C1-D451-D080-968D86608BA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86DCDFF-BD61-99E3-0522-0E7FC818E05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076F215-50DC-6EBA-1149-2095DB4ABF45}"/>
              </a:ext>
            </a:extLst>
          </p:cNvPr>
          <p:cNvSpPr>
            <a:spLocks noGrp="1"/>
          </p:cNvSpPr>
          <p:nvPr>
            <p:ph type="body" idx="1"/>
          </p:nvPr>
        </p:nvSpPr>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endParaRPr lang="en-US" sz="1200" kern="1200">
              <a:solidFill>
                <a:schemeClr val="tx1"/>
              </a:solidFill>
              <a:effectLst/>
              <a:latin typeface="Times New Roman" pitchFamily="18" charset="0"/>
              <a:ea typeface="+mn-ea"/>
              <a:cs typeface="+mn-cs"/>
            </a:endParaRPr>
          </a:p>
        </p:txBody>
      </p:sp>
      <p:sp>
        <p:nvSpPr>
          <p:cNvPr id="4" name="Slide Number Placeholder 3">
            <a:extLst>
              <a:ext uri="{FF2B5EF4-FFF2-40B4-BE49-F238E27FC236}">
                <a16:creationId xmlns:a16="http://schemas.microsoft.com/office/drawing/2014/main" id="{B821EDB2-F823-9DFF-C42B-432B857CA68A}"/>
              </a:ext>
            </a:extLst>
          </p:cNvPr>
          <p:cNvSpPr>
            <a:spLocks noGrp="1"/>
          </p:cNvSpPr>
          <p:nvPr>
            <p:ph type="sldNum" sz="quarter" idx="5"/>
          </p:nvPr>
        </p:nvSpPr>
        <p:spPr/>
        <p:txBody>
          <a:bodyPr/>
          <a:lstStyle/>
          <a:p>
            <a:pPr marL="0" marR="0" lvl="0" indent="0" algn="r" defTabSz="955675" rtl="0" eaLnBrk="1" fontAlgn="base" latinLnBrk="0" hangingPunct="1">
              <a:lnSpc>
                <a:spcPct val="100000"/>
              </a:lnSpc>
              <a:spcBef>
                <a:spcPct val="0"/>
              </a:spcBef>
              <a:spcAft>
                <a:spcPct val="0"/>
              </a:spcAft>
              <a:buClrTx/>
              <a:buSzTx/>
              <a:buFontTx/>
              <a:buNone/>
              <a:tabLst/>
              <a:defRPr/>
            </a:pPr>
            <a:fld id="{412C2970-D838-4E16-9F7E-5362C8D6E639}" type="slidenum">
              <a:rPr kumimoji="0" lang="en-US" sz="1300" b="0" i="0" u="none" strike="noStrike" kern="1200" cap="none" spc="0" normalizeH="0" baseline="0" noProof="0" smtClean="0">
                <a:ln>
                  <a:noFill/>
                </a:ln>
                <a:solidFill>
                  <a:srgbClr val="000000"/>
                </a:solidFill>
                <a:effectLst/>
                <a:uLnTx/>
                <a:uFillTx/>
                <a:latin typeface="Times New Roman" pitchFamily="18" charset="0"/>
                <a:ea typeface="+mn-ea"/>
                <a:cs typeface="+mn-cs"/>
              </a:rPr>
              <a:pPr marL="0" marR="0" lvl="0" indent="0" algn="r" defTabSz="955675" rtl="0" eaLnBrk="1" fontAlgn="base" latinLnBrk="0" hangingPunct="1">
                <a:lnSpc>
                  <a:spcPct val="100000"/>
                </a:lnSpc>
                <a:spcBef>
                  <a:spcPct val="0"/>
                </a:spcBef>
                <a:spcAft>
                  <a:spcPct val="0"/>
                </a:spcAft>
                <a:buClrTx/>
                <a:buSzTx/>
                <a:buFontTx/>
                <a:buNone/>
                <a:tabLst/>
                <a:defRPr/>
              </a:pPr>
              <a:t>11</a:t>
            </a:fld>
            <a:endParaRPr kumimoji="0" lang="en-US" sz="1300" b="0" i="0" u="none" strike="noStrike" kern="1200" cap="none" spc="0" normalizeH="0" baseline="0" noProof="0">
              <a:ln>
                <a:noFill/>
              </a:ln>
              <a:solidFill>
                <a:srgbClr val="000000"/>
              </a:solidFill>
              <a:effectLst/>
              <a:uLnTx/>
              <a:uFillTx/>
              <a:latin typeface="Times New Roman" pitchFamily="18" charset="0"/>
              <a:ea typeface="+mn-ea"/>
              <a:cs typeface="+mn-cs"/>
            </a:endParaRPr>
          </a:p>
        </p:txBody>
      </p:sp>
    </p:spTree>
    <p:extLst>
      <p:ext uri="{BB962C8B-B14F-4D97-AF65-F5344CB8AC3E}">
        <p14:creationId xmlns:p14="http://schemas.microsoft.com/office/powerpoint/2010/main" val="14005748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8C434A-C687-ED99-4191-80D90550C71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BFBAE3A-FC8B-6EAE-9DCB-4AD4326F22B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59BC3F5-AC25-3DD1-D8FC-D884CB8CE03C}"/>
              </a:ext>
            </a:extLst>
          </p:cNvPr>
          <p:cNvSpPr>
            <a:spLocks noGrp="1"/>
          </p:cNvSpPr>
          <p:nvPr>
            <p:ph type="body" idx="1"/>
          </p:nvPr>
        </p:nvSpPr>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endParaRPr lang="en-US" sz="1200" kern="1200">
              <a:solidFill>
                <a:schemeClr val="tx1"/>
              </a:solidFill>
              <a:effectLst/>
              <a:latin typeface="Times New Roman" pitchFamily="18" charset="0"/>
              <a:ea typeface="+mn-ea"/>
              <a:cs typeface="+mn-cs"/>
            </a:endParaRPr>
          </a:p>
        </p:txBody>
      </p:sp>
      <p:sp>
        <p:nvSpPr>
          <p:cNvPr id="4" name="Slide Number Placeholder 3">
            <a:extLst>
              <a:ext uri="{FF2B5EF4-FFF2-40B4-BE49-F238E27FC236}">
                <a16:creationId xmlns:a16="http://schemas.microsoft.com/office/drawing/2014/main" id="{8B8DEF4C-A8AF-7341-F33E-6AF04CF49F24}"/>
              </a:ext>
            </a:extLst>
          </p:cNvPr>
          <p:cNvSpPr>
            <a:spLocks noGrp="1"/>
          </p:cNvSpPr>
          <p:nvPr>
            <p:ph type="sldNum" sz="quarter" idx="5"/>
          </p:nvPr>
        </p:nvSpPr>
        <p:spPr/>
        <p:txBody>
          <a:bodyPr/>
          <a:lstStyle/>
          <a:p>
            <a:pPr marL="0" marR="0" lvl="0" indent="0" algn="r" defTabSz="955675" rtl="0" eaLnBrk="1" fontAlgn="base" latinLnBrk="0" hangingPunct="1">
              <a:lnSpc>
                <a:spcPct val="100000"/>
              </a:lnSpc>
              <a:spcBef>
                <a:spcPct val="0"/>
              </a:spcBef>
              <a:spcAft>
                <a:spcPct val="0"/>
              </a:spcAft>
              <a:buClrTx/>
              <a:buSzTx/>
              <a:buFontTx/>
              <a:buNone/>
              <a:tabLst/>
              <a:defRPr/>
            </a:pPr>
            <a:fld id="{412C2970-D838-4E16-9F7E-5362C8D6E639}" type="slidenum">
              <a:rPr kumimoji="0" lang="en-US" sz="1300" b="0" i="0" u="none" strike="noStrike" kern="1200" cap="none" spc="0" normalizeH="0" baseline="0" noProof="0" smtClean="0">
                <a:ln>
                  <a:noFill/>
                </a:ln>
                <a:solidFill>
                  <a:srgbClr val="000000"/>
                </a:solidFill>
                <a:effectLst/>
                <a:uLnTx/>
                <a:uFillTx/>
                <a:latin typeface="Times New Roman" pitchFamily="18" charset="0"/>
                <a:ea typeface="+mn-ea"/>
                <a:cs typeface="+mn-cs"/>
              </a:rPr>
              <a:pPr marL="0" marR="0" lvl="0" indent="0" algn="r" defTabSz="955675" rtl="0" eaLnBrk="1" fontAlgn="base" latinLnBrk="0" hangingPunct="1">
                <a:lnSpc>
                  <a:spcPct val="100000"/>
                </a:lnSpc>
                <a:spcBef>
                  <a:spcPct val="0"/>
                </a:spcBef>
                <a:spcAft>
                  <a:spcPct val="0"/>
                </a:spcAft>
                <a:buClrTx/>
                <a:buSzTx/>
                <a:buFontTx/>
                <a:buNone/>
                <a:tabLst/>
                <a:defRPr/>
              </a:pPr>
              <a:t>12</a:t>
            </a:fld>
            <a:endParaRPr kumimoji="0" lang="en-US" sz="1300" b="0" i="0" u="none" strike="noStrike" kern="1200" cap="none" spc="0" normalizeH="0" baseline="0" noProof="0">
              <a:ln>
                <a:noFill/>
              </a:ln>
              <a:solidFill>
                <a:srgbClr val="000000"/>
              </a:solidFill>
              <a:effectLst/>
              <a:uLnTx/>
              <a:uFillTx/>
              <a:latin typeface="Times New Roman" pitchFamily="18" charset="0"/>
              <a:ea typeface="+mn-ea"/>
              <a:cs typeface="+mn-cs"/>
            </a:endParaRPr>
          </a:p>
        </p:txBody>
      </p:sp>
    </p:spTree>
    <p:extLst>
      <p:ext uri="{BB962C8B-B14F-4D97-AF65-F5344CB8AC3E}">
        <p14:creationId xmlns:p14="http://schemas.microsoft.com/office/powerpoint/2010/main" val="325886730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A7C9C6-4827-1668-F220-28E94431FCD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6A6E929-58D5-2E2C-CB6D-54D34B82BBF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BDABD50-2343-64E2-74B7-594E4E3F6FCF}"/>
              </a:ext>
            </a:extLst>
          </p:cNvPr>
          <p:cNvSpPr>
            <a:spLocks noGrp="1"/>
          </p:cNvSpPr>
          <p:nvPr>
            <p:ph type="body" idx="1"/>
          </p:nvPr>
        </p:nvSpPr>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endParaRPr lang="en-US" sz="1200" kern="1200">
              <a:solidFill>
                <a:schemeClr val="tx1"/>
              </a:solidFill>
              <a:effectLst/>
              <a:latin typeface="Times New Roman" pitchFamily="18" charset="0"/>
              <a:ea typeface="+mn-ea"/>
              <a:cs typeface="+mn-cs"/>
            </a:endParaRPr>
          </a:p>
        </p:txBody>
      </p:sp>
      <p:sp>
        <p:nvSpPr>
          <p:cNvPr id="4" name="Slide Number Placeholder 3">
            <a:extLst>
              <a:ext uri="{FF2B5EF4-FFF2-40B4-BE49-F238E27FC236}">
                <a16:creationId xmlns:a16="http://schemas.microsoft.com/office/drawing/2014/main" id="{FB5AA8D3-27D8-E15B-9454-80B9588287F0}"/>
              </a:ext>
            </a:extLst>
          </p:cNvPr>
          <p:cNvSpPr>
            <a:spLocks noGrp="1"/>
          </p:cNvSpPr>
          <p:nvPr>
            <p:ph type="sldNum" sz="quarter" idx="5"/>
          </p:nvPr>
        </p:nvSpPr>
        <p:spPr/>
        <p:txBody>
          <a:bodyPr/>
          <a:lstStyle/>
          <a:p>
            <a:pPr marL="0" marR="0" lvl="0" indent="0" algn="r" defTabSz="955675" rtl="0" eaLnBrk="1" fontAlgn="base" latinLnBrk="0" hangingPunct="1">
              <a:lnSpc>
                <a:spcPct val="100000"/>
              </a:lnSpc>
              <a:spcBef>
                <a:spcPct val="0"/>
              </a:spcBef>
              <a:spcAft>
                <a:spcPct val="0"/>
              </a:spcAft>
              <a:buClrTx/>
              <a:buSzTx/>
              <a:buFontTx/>
              <a:buNone/>
              <a:tabLst/>
              <a:defRPr/>
            </a:pPr>
            <a:fld id="{412C2970-D838-4E16-9F7E-5362C8D6E639}" type="slidenum">
              <a:rPr kumimoji="0" lang="en-US" sz="1300" b="0" i="0" u="none" strike="noStrike" kern="1200" cap="none" spc="0" normalizeH="0" baseline="0" noProof="0" smtClean="0">
                <a:ln>
                  <a:noFill/>
                </a:ln>
                <a:solidFill>
                  <a:srgbClr val="000000"/>
                </a:solidFill>
                <a:effectLst/>
                <a:uLnTx/>
                <a:uFillTx/>
                <a:latin typeface="Times New Roman" pitchFamily="18" charset="0"/>
                <a:ea typeface="+mn-ea"/>
                <a:cs typeface="+mn-cs"/>
              </a:rPr>
              <a:pPr marL="0" marR="0" lvl="0" indent="0" algn="r" defTabSz="955675" rtl="0" eaLnBrk="1" fontAlgn="base" latinLnBrk="0" hangingPunct="1">
                <a:lnSpc>
                  <a:spcPct val="100000"/>
                </a:lnSpc>
                <a:spcBef>
                  <a:spcPct val="0"/>
                </a:spcBef>
                <a:spcAft>
                  <a:spcPct val="0"/>
                </a:spcAft>
                <a:buClrTx/>
                <a:buSzTx/>
                <a:buFontTx/>
                <a:buNone/>
                <a:tabLst/>
                <a:defRPr/>
              </a:pPr>
              <a:t>13</a:t>
            </a:fld>
            <a:endParaRPr kumimoji="0" lang="en-US" sz="1300" b="0" i="0" u="none" strike="noStrike" kern="1200" cap="none" spc="0" normalizeH="0" baseline="0" noProof="0">
              <a:ln>
                <a:noFill/>
              </a:ln>
              <a:solidFill>
                <a:srgbClr val="000000"/>
              </a:solidFill>
              <a:effectLst/>
              <a:uLnTx/>
              <a:uFillTx/>
              <a:latin typeface="Times New Roman" pitchFamily="18" charset="0"/>
              <a:ea typeface="+mn-ea"/>
              <a:cs typeface="+mn-cs"/>
            </a:endParaRPr>
          </a:p>
        </p:txBody>
      </p:sp>
    </p:spTree>
    <p:extLst>
      <p:ext uri="{BB962C8B-B14F-4D97-AF65-F5344CB8AC3E}">
        <p14:creationId xmlns:p14="http://schemas.microsoft.com/office/powerpoint/2010/main" val="248655526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0BDAE7-C5E7-83E0-9647-4DE817DA705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B4E7FCB-3BB7-F7EF-613D-17AF12F7261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94CFE6B-976B-2813-211E-9BF76F767A17}"/>
              </a:ext>
            </a:extLst>
          </p:cNvPr>
          <p:cNvSpPr>
            <a:spLocks noGrp="1"/>
          </p:cNvSpPr>
          <p:nvPr>
            <p:ph type="body" idx="1"/>
          </p:nvPr>
        </p:nvSpPr>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endParaRPr lang="en-US" sz="1200" kern="1200">
              <a:solidFill>
                <a:schemeClr val="tx1"/>
              </a:solidFill>
              <a:effectLst/>
              <a:latin typeface="Times New Roman" pitchFamily="18" charset="0"/>
              <a:ea typeface="+mn-ea"/>
              <a:cs typeface="+mn-cs"/>
            </a:endParaRPr>
          </a:p>
        </p:txBody>
      </p:sp>
      <p:sp>
        <p:nvSpPr>
          <p:cNvPr id="4" name="Slide Number Placeholder 3">
            <a:extLst>
              <a:ext uri="{FF2B5EF4-FFF2-40B4-BE49-F238E27FC236}">
                <a16:creationId xmlns:a16="http://schemas.microsoft.com/office/drawing/2014/main" id="{DD26F050-8BEB-2225-7EA2-4044C62A0E4F}"/>
              </a:ext>
            </a:extLst>
          </p:cNvPr>
          <p:cNvSpPr>
            <a:spLocks noGrp="1"/>
          </p:cNvSpPr>
          <p:nvPr>
            <p:ph type="sldNum" sz="quarter" idx="5"/>
          </p:nvPr>
        </p:nvSpPr>
        <p:spPr/>
        <p:txBody>
          <a:bodyPr/>
          <a:lstStyle/>
          <a:p>
            <a:pPr marL="0" marR="0" lvl="0" indent="0" algn="r" defTabSz="955675" rtl="0" eaLnBrk="1" fontAlgn="base" latinLnBrk="0" hangingPunct="1">
              <a:lnSpc>
                <a:spcPct val="100000"/>
              </a:lnSpc>
              <a:spcBef>
                <a:spcPct val="0"/>
              </a:spcBef>
              <a:spcAft>
                <a:spcPct val="0"/>
              </a:spcAft>
              <a:buClrTx/>
              <a:buSzTx/>
              <a:buFontTx/>
              <a:buNone/>
              <a:tabLst/>
              <a:defRPr/>
            </a:pPr>
            <a:fld id="{412C2970-D838-4E16-9F7E-5362C8D6E639}" type="slidenum">
              <a:rPr kumimoji="0" lang="en-US" sz="1300" b="0" i="0" u="none" strike="noStrike" kern="1200" cap="none" spc="0" normalizeH="0" baseline="0" noProof="0" smtClean="0">
                <a:ln>
                  <a:noFill/>
                </a:ln>
                <a:solidFill>
                  <a:srgbClr val="000000"/>
                </a:solidFill>
                <a:effectLst/>
                <a:uLnTx/>
                <a:uFillTx/>
                <a:latin typeface="Times New Roman" pitchFamily="18" charset="0"/>
                <a:ea typeface="+mn-ea"/>
                <a:cs typeface="+mn-cs"/>
              </a:rPr>
              <a:pPr marL="0" marR="0" lvl="0" indent="0" algn="r" defTabSz="955675" rtl="0" eaLnBrk="1" fontAlgn="base" latinLnBrk="0" hangingPunct="1">
                <a:lnSpc>
                  <a:spcPct val="100000"/>
                </a:lnSpc>
                <a:spcBef>
                  <a:spcPct val="0"/>
                </a:spcBef>
                <a:spcAft>
                  <a:spcPct val="0"/>
                </a:spcAft>
                <a:buClrTx/>
                <a:buSzTx/>
                <a:buFontTx/>
                <a:buNone/>
                <a:tabLst/>
                <a:defRPr/>
              </a:pPr>
              <a:t>14</a:t>
            </a:fld>
            <a:endParaRPr kumimoji="0" lang="en-US" sz="1300" b="0" i="0" u="none" strike="noStrike" kern="1200" cap="none" spc="0" normalizeH="0" baseline="0" noProof="0">
              <a:ln>
                <a:noFill/>
              </a:ln>
              <a:solidFill>
                <a:srgbClr val="000000"/>
              </a:solidFill>
              <a:effectLst/>
              <a:uLnTx/>
              <a:uFillTx/>
              <a:latin typeface="Times New Roman" pitchFamily="18" charset="0"/>
              <a:ea typeface="+mn-ea"/>
              <a:cs typeface="+mn-cs"/>
            </a:endParaRPr>
          </a:p>
        </p:txBody>
      </p:sp>
    </p:spTree>
    <p:extLst>
      <p:ext uri="{BB962C8B-B14F-4D97-AF65-F5344CB8AC3E}">
        <p14:creationId xmlns:p14="http://schemas.microsoft.com/office/powerpoint/2010/main" val="408101262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DE16F4-A63F-D7D9-2F32-C70D7316791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FED6E6-9CB6-A28A-EC5D-B830F5B56EE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C61786D-F6EB-C237-8981-076F04009360}"/>
              </a:ext>
            </a:extLst>
          </p:cNvPr>
          <p:cNvSpPr>
            <a:spLocks noGrp="1"/>
          </p:cNvSpPr>
          <p:nvPr>
            <p:ph type="body" idx="1"/>
          </p:nvPr>
        </p:nvSpPr>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endParaRPr lang="en-US" sz="1200" kern="1200">
              <a:solidFill>
                <a:schemeClr val="tx1"/>
              </a:solidFill>
              <a:effectLst/>
              <a:latin typeface="Times New Roman" pitchFamily="18" charset="0"/>
              <a:ea typeface="+mn-ea"/>
              <a:cs typeface="+mn-cs"/>
            </a:endParaRPr>
          </a:p>
        </p:txBody>
      </p:sp>
      <p:sp>
        <p:nvSpPr>
          <p:cNvPr id="4" name="Slide Number Placeholder 3">
            <a:extLst>
              <a:ext uri="{FF2B5EF4-FFF2-40B4-BE49-F238E27FC236}">
                <a16:creationId xmlns:a16="http://schemas.microsoft.com/office/drawing/2014/main" id="{F2B710FC-A1BD-9BAE-9053-4FE0453786A4}"/>
              </a:ext>
            </a:extLst>
          </p:cNvPr>
          <p:cNvSpPr>
            <a:spLocks noGrp="1"/>
          </p:cNvSpPr>
          <p:nvPr>
            <p:ph type="sldNum" sz="quarter" idx="5"/>
          </p:nvPr>
        </p:nvSpPr>
        <p:spPr/>
        <p:txBody>
          <a:bodyPr/>
          <a:lstStyle/>
          <a:p>
            <a:pPr marL="0" marR="0" lvl="0" indent="0" algn="r" defTabSz="955675" rtl="0" eaLnBrk="1" fontAlgn="base" latinLnBrk="0" hangingPunct="1">
              <a:lnSpc>
                <a:spcPct val="100000"/>
              </a:lnSpc>
              <a:spcBef>
                <a:spcPct val="0"/>
              </a:spcBef>
              <a:spcAft>
                <a:spcPct val="0"/>
              </a:spcAft>
              <a:buClrTx/>
              <a:buSzTx/>
              <a:buFontTx/>
              <a:buNone/>
              <a:tabLst/>
              <a:defRPr/>
            </a:pPr>
            <a:fld id="{412C2970-D838-4E16-9F7E-5362C8D6E639}" type="slidenum">
              <a:rPr kumimoji="0" lang="en-US" sz="1300" b="0" i="0" u="none" strike="noStrike" kern="1200" cap="none" spc="0" normalizeH="0" baseline="0" noProof="0" smtClean="0">
                <a:ln>
                  <a:noFill/>
                </a:ln>
                <a:solidFill>
                  <a:srgbClr val="000000"/>
                </a:solidFill>
                <a:effectLst/>
                <a:uLnTx/>
                <a:uFillTx/>
                <a:latin typeface="Times New Roman" pitchFamily="18" charset="0"/>
                <a:ea typeface="+mn-ea"/>
                <a:cs typeface="+mn-cs"/>
              </a:rPr>
              <a:pPr marL="0" marR="0" lvl="0" indent="0" algn="r" defTabSz="955675" rtl="0" eaLnBrk="1" fontAlgn="base" latinLnBrk="0" hangingPunct="1">
                <a:lnSpc>
                  <a:spcPct val="100000"/>
                </a:lnSpc>
                <a:spcBef>
                  <a:spcPct val="0"/>
                </a:spcBef>
                <a:spcAft>
                  <a:spcPct val="0"/>
                </a:spcAft>
                <a:buClrTx/>
                <a:buSzTx/>
                <a:buFontTx/>
                <a:buNone/>
                <a:tabLst/>
                <a:defRPr/>
              </a:pPr>
              <a:t>15</a:t>
            </a:fld>
            <a:endParaRPr kumimoji="0" lang="en-US" sz="1300" b="0" i="0" u="none" strike="noStrike" kern="1200" cap="none" spc="0" normalizeH="0" baseline="0" noProof="0">
              <a:ln>
                <a:noFill/>
              </a:ln>
              <a:solidFill>
                <a:srgbClr val="000000"/>
              </a:solidFill>
              <a:effectLst/>
              <a:uLnTx/>
              <a:uFillTx/>
              <a:latin typeface="Times New Roman" pitchFamily="18" charset="0"/>
              <a:ea typeface="+mn-ea"/>
              <a:cs typeface="+mn-cs"/>
            </a:endParaRPr>
          </a:p>
        </p:txBody>
      </p:sp>
    </p:spTree>
    <p:extLst>
      <p:ext uri="{BB962C8B-B14F-4D97-AF65-F5344CB8AC3E}">
        <p14:creationId xmlns:p14="http://schemas.microsoft.com/office/powerpoint/2010/main" val="276242382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D1A338-F3CB-09E1-E032-285F8B798B8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891A323-6263-596A-5A98-CE04E196523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D867B5E-3CC4-CD90-A8E6-C4CA74F7D5CE}"/>
              </a:ext>
            </a:extLst>
          </p:cNvPr>
          <p:cNvSpPr>
            <a:spLocks noGrp="1"/>
          </p:cNvSpPr>
          <p:nvPr>
            <p:ph type="body" idx="1"/>
          </p:nvPr>
        </p:nvSpPr>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endParaRPr lang="en-US" sz="1200" kern="1200">
              <a:solidFill>
                <a:schemeClr val="tx1"/>
              </a:solidFill>
              <a:effectLst/>
              <a:latin typeface="Times New Roman" pitchFamily="18" charset="0"/>
              <a:ea typeface="+mn-ea"/>
              <a:cs typeface="+mn-cs"/>
            </a:endParaRPr>
          </a:p>
        </p:txBody>
      </p:sp>
      <p:sp>
        <p:nvSpPr>
          <p:cNvPr id="4" name="Slide Number Placeholder 3">
            <a:extLst>
              <a:ext uri="{FF2B5EF4-FFF2-40B4-BE49-F238E27FC236}">
                <a16:creationId xmlns:a16="http://schemas.microsoft.com/office/drawing/2014/main" id="{3965E54D-8976-6F28-D904-A7D25BC7C2C2}"/>
              </a:ext>
            </a:extLst>
          </p:cNvPr>
          <p:cNvSpPr>
            <a:spLocks noGrp="1"/>
          </p:cNvSpPr>
          <p:nvPr>
            <p:ph type="sldNum" sz="quarter" idx="5"/>
          </p:nvPr>
        </p:nvSpPr>
        <p:spPr/>
        <p:txBody>
          <a:bodyPr/>
          <a:lstStyle/>
          <a:p>
            <a:pPr marL="0" marR="0" lvl="0" indent="0" algn="r" defTabSz="955675" rtl="0" eaLnBrk="1" fontAlgn="base" latinLnBrk="0" hangingPunct="1">
              <a:lnSpc>
                <a:spcPct val="100000"/>
              </a:lnSpc>
              <a:spcBef>
                <a:spcPct val="0"/>
              </a:spcBef>
              <a:spcAft>
                <a:spcPct val="0"/>
              </a:spcAft>
              <a:buClrTx/>
              <a:buSzTx/>
              <a:buFontTx/>
              <a:buNone/>
              <a:tabLst/>
              <a:defRPr/>
            </a:pPr>
            <a:fld id="{412C2970-D838-4E16-9F7E-5362C8D6E639}" type="slidenum">
              <a:rPr kumimoji="0" lang="en-US" sz="1300" b="0" i="0" u="none" strike="noStrike" kern="1200" cap="none" spc="0" normalizeH="0" baseline="0" noProof="0" smtClean="0">
                <a:ln>
                  <a:noFill/>
                </a:ln>
                <a:solidFill>
                  <a:srgbClr val="000000"/>
                </a:solidFill>
                <a:effectLst/>
                <a:uLnTx/>
                <a:uFillTx/>
                <a:latin typeface="Times New Roman" pitchFamily="18" charset="0"/>
                <a:ea typeface="+mn-ea"/>
                <a:cs typeface="+mn-cs"/>
              </a:rPr>
              <a:pPr marL="0" marR="0" lvl="0" indent="0" algn="r" defTabSz="955675" rtl="0" eaLnBrk="1" fontAlgn="base" latinLnBrk="0" hangingPunct="1">
                <a:lnSpc>
                  <a:spcPct val="100000"/>
                </a:lnSpc>
                <a:spcBef>
                  <a:spcPct val="0"/>
                </a:spcBef>
                <a:spcAft>
                  <a:spcPct val="0"/>
                </a:spcAft>
                <a:buClrTx/>
                <a:buSzTx/>
                <a:buFontTx/>
                <a:buNone/>
                <a:tabLst/>
                <a:defRPr/>
              </a:pPr>
              <a:t>16</a:t>
            </a:fld>
            <a:endParaRPr kumimoji="0" lang="en-US" sz="1300" b="0" i="0" u="none" strike="noStrike" kern="1200" cap="none" spc="0" normalizeH="0" baseline="0" noProof="0">
              <a:ln>
                <a:noFill/>
              </a:ln>
              <a:solidFill>
                <a:srgbClr val="000000"/>
              </a:solidFill>
              <a:effectLst/>
              <a:uLnTx/>
              <a:uFillTx/>
              <a:latin typeface="Times New Roman" pitchFamily="18" charset="0"/>
              <a:ea typeface="+mn-ea"/>
              <a:cs typeface="+mn-cs"/>
            </a:endParaRPr>
          </a:p>
        </p:txBody>
      </p:sp>
    </p:spTree>
    <p:extLst>
      <p:ext uri="{BB962C8B-B14F-4D97-AF65-F5344CB8AC3E}">
        <p14:creationId xmlns:p14="http://schemas.microsoft.com/office/powerpoint/2010/main" val="7604294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028C6B-0BCC-A5E6-AB37-4988C9F9712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25086DE-2415-6B05-F5F7-D17EF275EB4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34794B7-F1BB-EC8E-A7FC-67AF719A8557}"/>
              </a:ext>
            </a:extLst>
          </p:cNvPr>
          <p:cNvSpPr>
            <a:spLocks noGrp="1"/>
          </p:cNvSpPr>
          <p:nvPr>
            <p:ph type="body" idx="1"/>
          </p:nvPr>
        </p:nvSpPr>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endParaRPr lang="en-US" sz="1200" kern="1200">
              <a:solidFill>
                <a:schemeClr val="tx1"/>
              </a:solidFill>
              <a:effectLst/>
              <a:latin typeface="Times New Roman" pitchFamily="18" charset="0"/>
              <a:ea typeface="+mn-ea"/>
              <a:cs typeface="+mn-cs"/>
            </a:endParaRPr>
          </a:p>
        </p:txBody>
      </p:sp>
      <p:sp>
        <p:nvSpPr>
          <p:cNvPr id="4" name="Slide Number Placeholder 3">
            <a:extLst>
              <a:ext uri="{FF2B5EF4-FFF2-40B4-BE49-F238E27FC236}">
                <a16:creationId xmlns:a16="http://schemas.microsoft.com/office/drawing/2014/main" id="{28E877D3-5DDA-8A9C-3A6E-5AFB24109DA9}"/>
              </a:ext>
            </a:extLst>
          </p:cNvPr>
          <p:cNvSpPr>
            <a:spLocks noGrp="1"/>
          </p:cNvSpPr>
          <p:nvPr>
            <p:ph type="sldNum" sz="quarter" idx="5"/>
          </p:nvPr>
        </p:nvSpPr>
        <p:spPr/>
        <p:txBody>
          <a:bodyPr/>
          <a:lstStyle/>
          <a:p>
            <a:pPr marL="0" marR="0" lvl="0" indent="0" algn="r" defTabSz="955675" rtl="0" eaLnBrk="1" fontAlgn="base" latinLnBrk="0" hangingPunct="1">
              <a:lnSpc>
                <a:spcPct val="100000"/>
              </a:lnSpc>
              <a:spcBef>
                <a:spcPct val="0"/>
              </a:spcBef>
              <a:spcAft>
                <a:spcPct val="0"/>
              </a:spcAft>
              <a:buClrTx/>
              <a:buSzTx/>
              <a:buFontTx/>
              <a:buNone/>
              <a:tabLst/>
              <a:defRPr/>
            </a:pPr>
            <a:fld id="{412C2970-D838-4E16-9F7E-5362C8D6E639}" type="slidenum">
              <a:rPr kumimoji="0" lang="en-US" sz="1300" b="0" i="0" u="none" strike="noStrike" kern="1200" cap="none" spc="0" normalizeH="0" baseline="0" noProof="0" smtClean="0">
                <a:ln>
                  <a:noFill/>
                </a:ln>
                <a:solidFill>
                  <a:srgbClr val="000000"/>
                </a:solidFill>
                <a:effectLst/>
                <a:uLnTx/>
                <a:uFillTx/>
                <a:latin typeface="Times New Roman" pitchFamily="18" charset="0"/>
                <a:ea typeface="+mn-ea"/>
                <a:cs typeface="+mn-cs"/>
              </a:rPr>
              <a:pPr marL="0" marR="0" lvl="0" indent="0" algn="r" defTabSz="955675" rtl="0" eaLnBrk="1" fontAlgn="base" latinLnBrk="0" hangingPunct="1">
                <a:lnSpc>
                  <a:spcPct val="100000"/>
                </a:lnSpc>
                <a:spcBef>
                  <a:spcPct val="0"/>
                </a:spcBef>
                <a:spcAft>
                  <a:spcPct val="0"/>
                </a:spcAft>
                <a:buClrTx/>
                <a:buSzTx/>
                <a:buFontTx/>
                <a:buNone/>
                <a:tabLst/>
                <a:defRPr/>
              </a:pPr>
              <a:t>17</a:t>
            </a:fld>
            <a:endParaRPr kumimoji="0" lang="en-US" sz="1300" b="0" i="0" u="none" strike="noStrike" kern="1200" cap="none" spc="0" normalizeH="0" baseline="0" noProof="0">
              <a:ln>
                <a:noFill/>
              </a:ln>
              <a:solidFill>
                <a:srgbClr val="000000"/>
              </a:solidFill>
              <a:effectLst/>
              <a:uLnTx/>
              <a:uFillTx/>
              <a:latin typeface="Times New Roman" pitchFamily="18" charset="0"/>
              <a:ea typeface="+mn-ea"/>
              <a:cs typeface="+mn-cs"/>
            </a:endParaRPr>
          </a:p>
        </p:txBody>
      </p:sp>
    </p:spTree>
    <p:extLst>
      <p:ext uri="{BB962C8B-B14F-4D97-AF65-F5344CB8AC3E}">
        <p14:creationId xmlns:p14="http://schemas.microsoft.com/office/powerpoint/2010/main" val="356818100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351F6B-014D-556A-972E-7DA571995F9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D1465E0-C99F-3CDF-4432-3472FB79758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026AE16-915D-21EC-B027-C59181976CA4}"/>
              </a:ext>
            </a:extLst>
          </p:cNvPr>
          <p:cNvSpPr>
            <a:spLocks noGrp="1"/>
          </p:cNvSpPr>
          <p:nvPr>
            <p:ph type="body" idx="1"/>
          </p:nvPr>
        </p:nvSpPr>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endParaRPr lang="en-US" sz="1200" kern="1200">
              <a:solidFill>
                <a:schemeClr val="tx1"/>
              </a:solidFill>
              <a:effectLst/>
              <a:latin typeface="Times New Roman" pitchFamily="18" charset="0"/>
              <a:ea typeface="+mn-ea"/>
              <a:cs typeface="+mn-cs"/>
            </a:endParaRPr>
          </a:p>
        </p:txBody>
      </p:sp>
      <p:sp>
        <p:nvSpPr>
          <p:cNvPr id="4" name="Slide Number Placeholder 3">
            <a:extLst>
              <a:ext uri="{FF2B5EF4-FFF2-40B4-BE49-F238E27FC236}">
                <a16:creationId xmlns:a16="http://schemas.microsoft.com/office/drawing/2014/main" id="{CB8C0ED5-FF7F-49BD-C477-4EDCF29DCCFD}"/>
              </a:ext>
            </a:extLst>
          </p:cNvPr>
          <p:cNvSpPr>
            <a:spLocks noGrp="1"/>
          </p:cNvSpPr>
          <p:nvPr>
            <p:ph type="sldNum" sz="quarter" idx="5"/>
          </p:nvPr>
        </p:nvSpPr>
        <p:spPr/>
        <p:txBody>
          <a:bodyPr/>
          <a:lstStyle/>
          <a:p>
            <a:pPr marL="0" marR="0" lvl="0" indent="0" algn="r" defTabSz="955675" rtl="0" eaLnBrk="1" fontAlgn="base" latinLnBrk="0" hangingPunct="1">
              <a:lnSpc>
                <a:spcPct val="100000"/>
              </a:lnSpc>
              <a:spcBef>
                <a:spcPct val="0"/>
              </a:spcBef>
              <a:spcAft>
                <a:spcPct val="0"/>
              </a:spcAft>
              <a:buClrTx/>
              <a:buSzTx/>
              <a:buFontTx/>
              <a:buNone/>
              <a:tabLst/>
              <a:defRPr/>
            </a:pPr>
            <a:fld id="{412C2970-D838-4E16-9F7E-5362C8D6E639}" type="slidenum">
              <a:rPr kumimoji="0" lang="en-US" sz="1300" b="0" i="0" u="none" strike="noStrike" kern="1200" cap="none" spc="0" normalizeH="0" baseline="0" noProof="0" smtClean="0">
                <a:ln>
                  <a:noFill/>
                </a:ln>
                <a:solidFill>
                  <a:srgbClr val="000000"/>
                </a:solidFill>
                <a:effectLst/>
                <a:uLnTx/>
                <a:uFillTx/>
                <a:latin typeface="Times New Roman" pitchFamily="18" charset="0"/>
                <a:ea typeface="+mn-ea"/>
                <a:cs typeface="+mn-cs"/>
              </a:rPr>
              <a:pPr marL="0" marR="0" lvl="0" indent="0" algn="r" defTabSz="955675" rtl="0" eaLnBrk="1" fontAlgn="base" latinLnBrk="0" hangingPunct="1">
                <a:lnSpc>
                  <a:spcPct val="100000"/>
                </a:lnSpc>
                <a:spcBef>
                  <a:spcPct val="0"/>
                </a:spcBef>
                <a:spcAft>
                  <a:spcPct val="0"/>
                </a:spcAft>
                <a:buClrTx/>
                <a:buSzTx/>
                <a:buFontTx/>
                <a:buNone/>
                <a:tabLst/>
                <a:defRPr/>
              </a:pPr>
              <a:t>18</a:t>
            </a:fld>
            <a:endParaRPr kumimoji="0" lang="en-US" sz="1300" b="0" i="0" u="none" strike="noStrike" kern="1200" cap="none" spc="0" normalizeH="0" baseline="0" noProof="0">
              <a:ln>
                <a:noFill/>
              </a:ln>
              <a:solidFill>
                <a:srgbClr val="000000"/>
              </a:solidFill>
              <a:effectLst/>
              <a:uLnTx/>
              <a:uFillTx/>
              <a:latin typeface="Times New Roman" pitchFamily="18" charset="0"/>
              <a:ea typeface="+mn-ea"/>
              <a:cs typeface="+mn-cs"/>
            </a:endParaRPr>
          </a:p>
        </p:txBody>
      </p:sp>
    </p:spTree>
    <p:extLst>
      <p:ext uri="{BB962C8B-B14F-4D97-AF65-F5344CB8AC3E}">
        <p14:creationId xmlns:p14="http://schemas.microsoft.com/office/powerpoint/2010/main" val="333484766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BF8016-AD9D-F99F-884F-A7D8C2AB5F3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C4567BC-B75E-4A52-C88B-C0A6DC12681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365309D-B83B-5535-9566-400A716A6002}"/>
              </a:ext>
            </a:extLst>
          </p:cNvPr>
          <p:cNvSpPr>
            <a:spLocks noGrp="1"/>
          </p:cNvSpPr>
          <p:nvPr>
            <p:ph type="body" idx="1"/>
          </p:nvPr>
        </p:nvSpPr>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endParaRPr lang="en-US" sz="1200" kern="1200">
              <a:solidFill>
                <a:schemeClr val="tx1"/>
              </a:solidFill>
              <a:effectLst/>
              <a:latin typeface="Times New Roman" pitchFamily="18" charset="0"/>
              <a:ea typeface="+mn-ea"/>
              <a:cs typeface="+mn-cs"/>
            </a:endParaRPr>
          </a:p>
        </p:txBody>
      </p:sp>
      <p:sp>
        <p:nvSpPr>
          <p:cNvPr id="4" name="Slide Number Placeholder 3">
            <a:extLst>
              <a:ext uri="{FF2B5EF4-FFF2-40B4-BE49-F238E27FC236}">
                <a16:creationId xmlns:a16="http://schemas.microsoft.com/office/drawing/2014/main" id="{A7C054D2-3683-0232-035E-616D4A9562A4}"/>
              </a:ext>
            </a:extLst>
          </p:cNvPr>
          <p:cNvSpPr>
            <a:spLocks noGrp="1"/>
          </p:cNvSpPr>
          <p:nvPr>
            <p:ph type="sldNum" sz="quarter" idx="5"/>
          </p:nvPr>
        </p:nvSpPr>
        <p:spPr/>
        <p:txBody>
          <a:bodyPr/>
          <a:lstStyle/>
          <a:p>
            <a:pPr marL="0" marR="0" lvl="0" indent="0" algn="r" defTabSz="955675" rtl="0" eaLnBrk="1" fontAlgn="base" latinLnBrk="0" hangingPunct="1">
              <a:lnSpc>
                <a:spcPct val="100000"/>
              </a:lnSpc>
              <a:spcBef>
                <a:spcPct val="0"/>
              </a:spcBef>
              <a:spcAft>
                <a:spcPct val="0"/>
              </a:spcAft>
              <a:buClrTx/>
              <a:buSzTx/>
              <a:buFontTx/>
              <a:buNone/>
              <a:tabLst/>
              <a:defRPr/>
            </a:pPr>
            <a:fld id="{412C2970-D838-4E16-9F7E-5362C8D6E639}" type="slidenum">
              <a:rPr kumimoji="0" lang="en-US" sz="1300" b="0" i="0" u="none" strike="noStrike" kern="1200" cap="none" spc="0" normalizeH="0" baseline="0" noProof="0" smtClean="0">
                <a:ln>
                  <a:noFill/>
                </a:ln>
                <a:solidFill>
                  <a:srgbClr val="000000"/>
                </a:solidFill>
                <a:effectLst/>
                <a:uLnTx/>
                <a:uFillTx/>
                <a:latin typeface="Times New Roman" pitchFamily="18" charset="0"/>
                <a:ea typeface="+mn-ea"/>
                <a:cs typeface="+mn-cs"/>
              </a:rPr>
              <a:pPr marL="0" marR="0" lvl="0" indent="0" algn="r" defTabSz="955675" rtl="0" eaLnBrk="1" fontAlgn="base" latinLnBrk="0" hangingPunct="1">
                <a:lnSpc>
                  <a:spcPct val="100000"/>
                </a:lnSpc>
                <a:spcBef>
                  <a:spcPct val="0"/>
                </a:spcBef>
                <a:spcAft>
                  <a:spcPct val="0"/>
                </a:spcAft>
                <a:buClrTx/>
                <a:buSzTx/>
                <a:buFontTx/>
                <a:buNone/>
                <a:tabLst/>
                <a:defRPr/>
              </a:pPr>
              <a:t>19</a:t>
            </a:fld>
            <a:endParaRPr kumimoji="0" lang="en-US" sz="1300" b="0" i="0" u="none" strike="noStrike" kern="1200" cap="none" spc="0" normalizeH="0" baseline="0" noProof="0">
              <a:ln>
                <a:noFill/>
              </a:ln>
              <a:solidFill>
                <a:srgbClr val="000000"/>
              </a:solidFill>
              <a:effectLst/>
              <a:uLnTx/>
              <a:uFillTx/>
              <a:latin typeface="Times New Roman" pitchFamily="18" charset="0"/>
              <a:ea typeface="+mn-ea"/>
              <a:cs typeface="+mn-cs"/>
            </a:endParaRPr>
          </a:p>
        </p:txBody>
      </p:sp>
    </p:spTree>
    <p:extLst>
      <p:ext uri="{BB962C8B-B14F-4D97-AF65-F5344CB8AC3E}">
        <p14:creationId xmlns:p14="http://schemas.microsoft.com/office/powerpoint/2010/main" val="158719117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7.jpeg"/><Relationship Id="rId1" Type="http://schemas.openxmlformats.org/officeDocument/2006/relationships/slideMaster" Target="../slideMasters/slideMaster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11A1D6-EDB8-74B0-AC71-5B8F7633C6A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03087252-4385-F25A-B7FC-573F63ED141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0DC3BA2-F03B-DEA6-340E-7EBDACD165D5}"/>
              </a:ext>
            </a:extLst>
          </p:cNvPr>
          <p:cNvSpPr>
            <a:spLocks noGrp="1"/>
          </p:cNvSpPr>
          <p:nvPr>
            <p:ph type="dt" sz="half" idx="10"/>
          </p:nvPr>
        </p:nvSpPr>
        <p:spPr/>
        <p:txBody>
          <a:bodyPr/>
          <a:lstStyle/>
          <a:p>
            <a:fld id="{6D2B15B1-8278-4BD8-8019-ABBB4C341392}" type="datetimeFigureOut">
              <a:rPr lang="en-US" smtClean="0"/>
              <a:t>06/22/2026</a:t>
            </a:fld>
            <a:endParaRPr lang="en-US"/>
          </a:p>
        </p:txBody>
      </p:sp>
      <p:sp>
        <p:nvSpPr>
          <p:cNvPr id="5" name="Footer Placeholder 4">
            <a:extLst>
              <a:ext uri="{FF2B5EF4-FFF2-40B4-BE49-F238E27FC236}">
                <a16:creationId xmlns:a16="http://schemas.microsoft.com/office/drawing/2014/main" id="{9E75FEAF-2C50-3343-3604-EBD4BA41702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8C32107-38F3-CDDF-DE7C-8A171BFBADA4}"/>
              </a:ext>
            </a:extLst>
          </p:cNvPr>
          <p:cNvSpPr>
            <a:spLocks noGrp="1"/>
          </p:cNvSpPr>
          <p:nvPr>
            <p:ph type="sldNum" sz="quarter" idx="12"/>
          </p:nvPr>
        </p:nvSpPr>
        <p:spPr/>
        <p:txBody>
          <a:bodyPr/>
          <a:lstStyle/>
          <a:p>
            <a:fld id="{2EA8E45A-1076-4406-AF30-646104BF58BF}" type="slidenum">
              <a:rPr lang="en-US" smtClean="0"/>
              <a:t>‹#›</a:t>
            </a:fld>
            <a:endParaRPr lang="en-US"/>
          </a:p>
        </p:txBody>
      </p:sp>
    </p:spTree>
    <p:extLst>
      <p:ext uri="{BB962C8B-B14F-4D97-AF65-F5344CB8AC3E}">
        <p14:creationId xmlns:p14="http://schemas.microsoft.com/office/powerpoint/2010/main" val="1422387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D8E84F-1655-14EE-1809-3CC238FFF0F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8989BBA-973F-6556-494B-13EB97C0940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5E4C293-B947-17A0-59B1-1A15DAC50865}"/>
              </a:ext>
            </a:extLst>
          </p:cNvPr>
          <p:cNvSpPr>
            <a:spLocks noGrp="1"/>
          </p:cNvSpPr>
          <p:nvPr>
            <p:ph type="dt" sz="half" idx="10"/>
          </p:nvPr>
        </p:nvSpPr>
        <p:spPr/>
        <p:txBody>
          <a:bodyPr/>
          <a:lstStyle/>
          <a:p>
            <a:fld id="{6D2B15B1-8278-4BD8-8019-ABBB4C341392}" type="datetimeFigureOut">
              <a:rPr lang="en-US" smtClean="0"/>
              <a:t>06/22/2026</a:t>
            </a:fld>
            <a:endParaRPr lang="en-US"/>
          </a:p>
        </p:txBody>
      </p:sp>
      <p:sp>
        <p:nvSpPr>
          <p:cNvPr id="5" name="Footer Placeholder 4">
            <a:extLst>
              <a:ext uri="{FF2B5EF4-FFF2-40B4-BE49-F238E27FC236}">
                <a16:creationId xmlns:a16="http://schemas.microsoft.com/office/drawing/2014/main" id="{E1177FFE-5A57-655A-B416-5B39F3A31EC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4256CA8-8858-2F85-D78E-6BC87234C098}"/>
              </a:ext>
            </a:extLst>
          </p:cNvPr>
          <p:cNvSpPr>
            <a:spLocks noGrp="1"/>
          </p:cNvSpPr>
          <p:nvPr>
            <p:ph type="sldNum" sz="quarter" idx="12"/>
          </p:nvPr>
        </p:nvSpPr>
        <p:spPr/>
        <p:txBody>
          <a:bodyPr/>
          <a:lstStyle/>
          <a:p>
            <a:fld id="{2EA8E45A-1076-4406-AF30-646104BF58BF}" type="slidenum">
              <a:rPr lang="en-US" smtClean="0"/>
              <a:t>‹#›</a:t>
            </a:fld>
            <a:endParaRPr lang="en-US"/>
          </a:p>
        </p:txBody>
      </p:sp>
    </p:spTree>
    <p:extLst>
      <p:ext uri="{BB962C8B-B14F-4D97-AF65-F5344CB8AC3E}">
        <p14:creationId xmlns:p14="http://schemas.microsoft.com/office/powerpoint/2010/main" val="16944529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B80837-5B5A-B177-A963-050AE476A96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38ED6033-82DB-9E40-5C25-64266B43D34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B90769A-E30E-4483-9D0C-2734EFD2CA4C}"/>
              </a:ext>
            </a:extLst>
          </p:cNvPr>
          <p:cNvSpPr>
            <a:spLocks noGrp="1"/>
          </p:cNvSpPr>
          <p:nvPr>
            <p:ph type="dt" sz="half" idx="10"/>
          </p:nvPr>
        </p:nvSpPr>
        <p:spPr/>
        <p:txBody>
          <a:bodyPr/>
          <a:lstStyle/>
          <a:p>
            <a:fld id="{6D2B15B1-8278-4BD8-8019-ABBB4C341392}" type="datetimeFigureOut">
              <a:rPr lang="en-US" smtClean="0"/>
              <a:t>06/22/2026</a:t>
            </a:fld>
            <a:endParaRPr lang="en-US"/>
          </a:p>
        </p:txBody>
      </p:sp>
      <p:sp>
        <p:nvSpPr>
          <p:cNvPr id="5" name="Footer Placeholder 4">
            <a:extLst>
              <a:ext uri="{FF2B5EF4-FFF2-40B4-BE49-F238E27FC236}">
                <a16:creationId xmlns:a16="http://schemas.microsoft.com/office/drawing/2014/main" id="{7747B81C-BC78-1343-9515-B7327BEC3D1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863FA41-C379-42B5-F754-E9EC0520BB3D}"/>
              </a:ext>
            </a:extLst>
          </p:cNvPr>
          <p:cNvSpPr>
            <a:spLocks noGrp="1"/>
          </p:cNvSpPr>
          <p:nvPr>
            <p:ph type="sldNum" sz="quarter" idx="12"/>
          </p:nvPr>
        </p:nvSpPr>
        <p:spPr/>
        <p:txBody>
          <a:bodyPr/>
          <a:lstStyle/>
          <a:p>
            <a:fld id="{2EA8E45A-1076-4406-AF30-646104BF58BF}" type="slidenum">
              <a:rPr lang="en-US" smtClean="0"/>
              <a:t>‹#›</a:t>
            </a:fld>
            <a:endParaRPr lang="en-US"/>
          </a:p>
        </p:txBody>
      </p:sp>
    </p:spTree>
    <p:extLst>
      <p:ext uri="{BB962C8B-B14F-4D97-AF65-F5344CB8AC3E}">
        <p14:creationId xmlns:p14="http://schemas.microsoft.com/office/powerpoint/2010/main" val="35815505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EA4B82-CB91-A7DF-A93C-0CF3A326D2C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6DE0859-09EA-FC37-F0C3-0854B7CBF74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352C419-B69E-EB4A-9FB6-E32BA4B8B74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98C9F0B-F716-E20D-5138-26A24A7D247B}"/>
              </a:ext>
            </a:extLst>
          </p:cNvPr>
          <p:cNvSpPr>
            <a:spLocks noGrp="1"/>
          </p:cNvSpPr>
          <p:nvPr>
            <p:ph type="dt" sz="half" idx="10"/>
          </p:nvPr>
        </p:nvSpPr>
        <p:spPr/>
        <p:txBody>
          <a:bodyPr/>
          <a:lstStyle/>
          <a:p>
            <a:fld id="{6D2B15B1-8278-4BD8-8019-ABBB4C341392}" type="datetimeFigureOut">
              <a:rPr lang="en-US" smtClean="0"/>
              <a:t>06/22/2026</a:t>
            </a:fld>
            <a:endParaRPr lang="en-US"/>
          </a:p>
        </p:txBody>
      </p:sp>
      <p:sp>
        <p:nvSpPr>
          <p:cNvPr id="6" name="Footer Placeholder 5">
            <a:extLst>
              <a:ext uri="{FF2B5EF4-FFF2-40B4-BE49-F238E27FC236}">
                <a16:creationId xmlns:a16="http://schemas.microsoft.com/office/drawing/2014/main" id="{1271B841-E46B-07DA-8CF5-09BF11E9531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572C3A2-3E14-650B-1B08-31DA884BBFD5}"/>
              </a:ext>
            </a:extLst>
          </p:cNvPr>
          <p:cNvSpPr>
            <a:spLocks noGrp="1"/>
          </p:cNvSpPr>
          <p:nvPr>
            <p:ph type="sldNum" sz="quarter" idx="12"/>
          </p:nvPr>
        </p:nvSpPr>
        <p:spPr/>
        <p:txBody>
          <a:bodyPr/>
          <a:lstStyle/>
          <a:p>
            <a:fld id="{2EA8E45A-1076-4406-AF30-646104BF58BF}" type="slidenum">
              <a:rPr lang="en-US" smtClean="0"/>
              <a:t>‹#›</a:t>
            </a:fld>
            <a:endParaRPr lang="en-US"/>
          </a:p>
        </p:txBody>
      </p:sp>
    </p:spTree>
    <p:extLst>
      <p:ext uri="{BB962C8B-B14F-4D97-AF65-F5344CB8AC3E}">
        <p14:creationId xmlns:p14="http://schemas.microsoft.com/office/powerpoint/2010/main" val="18747256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2086AC-1AC8-1A35-426A-B9B79C615E2B}"/>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AF4EE3F8-BD50-EEEA-F9FA-DBF7BFEF92C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99FD07B-A5E0-5834-CA32-479D593357F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F6D4DAA-9EBA-5456-AB34-3E3661D5195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EFC7B70-D696-1319-A190-365CE537072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044D7DC-6AA5-CCD9-8648-C54F1426FC56}"/>
              </a:ext>
            </a:extLst>
          </p:cNvPr>
          <p:cNvSpPr>
            <a:spLocks noGrp="1"/>
          </p:cNvSpPr>
          <p:nvPr>
            <p:ph type="dt" sz="half" idx="10"/>
          </p:nvPr>
        </p:nvSpPr>
        <p:spPr/>
        <p:txBody>
          <a:bodyPr/>
          <a:lstStyle/>
          <a:p>
            <a:fld id="{6D2B15B1-8278-4BD8-8019-ABBB4C341392}" type="datetimeFigureOut">
              <a:rPr lang="en-US" smtClean="0"/>
              <a:t>06/22/2026</a:t>
            </a:fld>
            <a:endParaRPr lang="en-US"/>
          </a:p>
        </p:txBody>
      </p:sp>
      <p:sp>
        <p:nvSpPr>
          <p:cNvPr id="8" name="Footer Placeholder 7">
            <a:extLst>
              <a:ext uri="{FF2B5EF4-FFF2-40B4-BE49-F238E27FC236}">
                <a16:creationId xmlns:a16="http://schemas.microsoft.com/office/drawing/2014/main" id="{2A221D9B-BC2C-0398-6FA5-8A9F57678E85}"/>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8BA30B45-EA61-8134-6BE4-1553CCE54480}"/>
              </a:ext>
            </a:extLst>
          </p:cNvPr>
          <p:cNvSpPr>
            <a:spLocks noGrp="1"/>
          </p:cNvSpPr>
          <p:nvPr>
            <p:ph type="sldNum" sz="quarter" idx="12"/>
          </p:nvPr>
        </p:nvSpPr>
        <p:spPr/>
        <p:txBody>
          <a:bodyPr/>
          <a:lstStyle/>
          <a:p>
            <a:fld id="{2EA8E45A-1076-4406-AF30-646104BF58BF}" type="slidenum">
              <a:rPr lang="en-US" smtClean="0"/>
              <a:t>‹#›</a:t>
            </a:fld>
            <a:endParaRPr lang="en-US"/>
          </a:p>
        </p:txBody>
      </p:sp>
    </p:spTree>
    <p:extLst>
      <p:ext uri="{BB962C8B-B14F-4D97-AF65-F5344CB8AC3E}">
        <p14:creationId xmlns:p14="http://schemas.microsoft.com/office/powerpoint/2010/main" val="334459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D080B4-531B-3368-D33F-043F9EBD32CA}"/>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DF06D2F-9B85-C720-D43D-18BA3110D551}"/>
              </a:ext>
            </a:extLst>
          </p:cNvPr>
          <p:cNvSpPr>
            <a:spLocks noGrp="1"/>
          </p:cNvSpPr>
          <p:nvPr>
            <p:ph type="dt" sz="half" idx="10"/>
          </p:nvPr>
        </p:nvSpPr>
        <p:spPr/>
        <p:txBody>
          <a:bodyPr/>
          <a:lstStyle/>
          <a:p>
            <a:fld id="{6D2B15B1-8278-4BD8-8019-ABBB4C341392}" type="datetimeFigureOut">
              <a:rPr lang="en-US" smtClean="0"/>
              <a:t>06/22/2026</a:t>
            </a:fld>
            <a:endParaRPr lang="en-US"/>
          </a:p>
        </p:txBody>
      </p:sp>
      <p:sp>
        <p:nvSpPr>
          <p:cNvPr id="4" name="Footer Placeholder 3">
            <a:extLst>
              <a:ext uri="{FF2B5EF4-FFF2-40B4-BE49-F238E27FC236}">
                <a16:creationId xmlns:a16="http://schemas.microsoft.com/office/drawing/2014/main" id="{7CC85792-386A-7002-DC45-CB7AA0B2FBD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6390944-CA11-89A2-2DF8-62F7655ABEAD}"/>
              </a:ext>
            </a:extLst>
          </p:cNvPr>
          <p:cNvSpPr>
            <a:spLocks noGrp="1"/>
          </p:cNvSpPr>
          <p:nvPr>
            <p:ph type="sldNum" sz="quarter" idx="12"/>
          </p:nvPr>
        </p:nvSpPr>
        <p:spPr/>
        <p:txBody>
          <a:bodyPr/>
          <a:lstStyle/>
          <a:p>
            <a:fld id="{2EA8E45A-1076-4406-AF30-646104BF58BF}" type="slidenum">
              <a:rPr lang="en-US" smtClean="0"/>
              <a:t>‹#›</a:t>
            </a:fld>
            <a:endParaRPr lang="en-US"/>
          </a:p>
        </p:txBody>
      </p:sp>
    </p:spTree>
    <p:extLst>
      <p:ext uri="{BB962C8B-B14F-4D97-AF65-F5344CB8AC3E}">
        <p14:creationId xmlns:p14="http://schemas.microsoft.com/office/powerpoint/2010/main" val="42274053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5F1C0E2-A201-86FC-87BE-5F2F57FA467E}"/>
              </a:ext>
            </a:extLst>
          </p:cNvPr>
          <p:cNvSpPr>
            <a:spLocks noGrp="1"/>
          </p:cNvSpPr>
          <p:nvPr>
            <p:ph type="dt" sz="half" idx="10"/>
          </p:nvPr>
        </p:nvSpPr>
        <p:spPr/>
        <p:txBody>
          <a:bodyPr/>
          <a:lstStyle/>
          <a:p>
            <a:fld id="{6D2B15B1-8278-4BD8-8019-ABBB4C341392}" type="datetimeFigureOut">
              <a:rPr lang="en-US" smtClean="0"/>
              <a:t>06/22/2026</a:t>
            </a:fld>
            <a:endParaRPr lang="en-US"/>
          </a:p>
        </p:txBody>
      </p:sp>
      <p:sp>
        <p:nvSpPr>
          <p:cNvPr id="3" name="Footer Placeholder 2">
            <a:extLst>
              <a:ext uri="{FF2B5EF4-FFF2-40B4-BE49-F238E27FC236}">
                <a16:creationId xmlns:a16="http://schemas.microsoft.com/office/drawing/2014/main" id="{A9E15347-5F1A-C5CD-3355-75AF8A03110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9E6D19C-73EA-205D-E5C1-3EDCF2E94615}"/>
              </a:ext>
            </a:extLst>
          </p:cNvPr>
          <p:cNvSpPr>
            <a:spLocks noGrp="1"/>
          </p:cNvSpPr>
          <p:nvPr>
            <p:ph type="sldNum" sz="quarter" idx="12"/>
          </p:nvPr>
        </p:nvSpPr>
        <p:spPr/>
        <p:txBody>
          <a:bodyPr/>
          <a:lstStyle/>
          <a:p>
            <a:fld id="{2EA8E45A-1076-4406-AF30-646104BF58BF}" type="slidenum">
              <a:rPr lang="en-US" smtClean="0"/>
              <a:t>‹#›</a:t>
            </a:fld>
            <a:endParaRPr lang="en-US"/>
          </a:p>
        </p:txBody>
      </p:sp>
    </p:spTree>
    <p:extLst>
      <p:ext uri="{BB962C8B-B14F-4D97-AF65-F5344CB8AC3E}">
        <p14:creationId xmlns:p14="http://schemas.microsoft.com/office/powerpoint/2010/main" val="9678243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60E8CB-B177-1649-DDBF-496F408793C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BFD42C8-38D0-B888-0EBB-C89ADBB938C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494BADA-F5D3-D473-843C-F5DD2D2B7D7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96B6B86-1644-8768-76D2-90EBD5CDD33E}"/>
              </a:ext>
            </a:extLst>
          </p:cNvPr>
          <p:cNvSpPr>
            <a:spLocks noGrp="1"/>
          </p:cNvSpPr>
          <p:nvPr>
            <p:ph type="dt" sz="half" idx="10"/>
          </p:nvPr>
        </p:nvSpPr>
        <p:spPr/>
        <p:txBody>
          <a:bodyPr/>
          <a:lstStyle/>
          <a:p>
            <a:fld id="{6D2B15B1-8278-4BD8-8019-ABBB4C341392}" type="datetimeFigureOut">
              <a:rPr lang="en-US" smtClean="0"/>
              <a:t>06/22/2026</a:t>
            </a:fld>
            <a:endParaRPr lang="en-US"/>
          </a:p>
        </p:txBody>
      </p:sp>
      <p:sp>
        <p:nvSpPr>
          <p:cNvPr id="6" name="Footer Placeholder 5">
            <a:extLst>
              <a:ext uri="{FF2B5EF4-FFF2-40B4-BE49-F238E27FC236}">
                <a16:creationId xmlns:a16="http://schemas.microsoft.com/office/drawing/2014/main" id="{E9D50158-C9FD-B4BB-4DDA-AC864648A35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F5E5F78-2BBC-F2E5-6532-7D10EABE332B}"/>
              </a:ext>
            </a:extLst>
          </p:cNvPr>
          <p:cNvSpPr>
            <a:spLocks noGrp="1"/>
          </p:cNvSpPr>
          <p:nvPr>
            <p:ph type="sldNum" sz="quarter" idx="12"/>
          </p:nvPr>
        </p:nvSpPr>
        <p:spPr/>
        <p:txBody>
          <a:bodyPr/>
          <a:lstStyle/>
          <a:p>
            <a:fld id="{2EA8E45A-1076-4406-AF30-646104BF58BF}" type="slidenum">
              <a:rPr lang="en-US" smtClean="0"/>
              <a:t>‹#›</a:t>
            </a:fld>
            <a:endParaRPr lang="en-US"/>
          </a:p>
        </p:txBody>
      </p:sp>
    </p:spTree>
    <p:extLst>
      <p:ext uri="{BB962C8B-B14F-4D97-AF65-F5344CB8AC3E}">
        <p14:creationId xmlns:p14="http://schemas.microsoft.com/office/powerpoint/2010/main" val="25574440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071F91-19C0-9119-AC56-2388E9A61EC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466DE9D4-DBA2-F5AC-E726-36344ECBDF9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9270B67-7D84-1D73-28DA-E83B184EED3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31CAC61-3DCF-6DE4-B4E5-94CCD18A25B6}"/>
              </a:ext>
            </a:extLst>
          </p:cNvPr>
          <p:cNvSpPr>
            <a:spLocks noGrp="1"/>
          </p:cNvSpPr>
          <p:nvPr>
            <p:ph type="dt" sz="half" idx="10"/>
          </p:nvPr>
        </p:nvSpPr>
        <p:spPr/>
        <p:txBody>
          <a:bodyPr/>
          <a:lstStyle/>
          <a:p>
            <a:fld id="{6D2B15B1-8278-4BD8-8019-ABBB4C341392}" type="datetimeFigureOut">
              <a:rPr lang="en-US" smtClean="0"/>
              <a:t>06/22/2026</a:t>
            </a:fld>
            <a:endParaRPr lang="en-US"/>
          </a:p>
        </p:txBody>
      </p:sp>
      <p:sp>
        <p:nvSpPr>
          <p:cNvPr id="6" name="Footer Placeholder 5">
            <a:extLst>
              <a:ext uri="{FF2B5EF4-FFF2-40B4-BE49-F238E27FC236}">
                <a16:creationId xmlns:a16="http://schemas.microsoft.com/office/drawing/2014/main" id="{B667F890-AC57-D6A2-1F47-05882DE00ED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FA51DAB-D5EB-4CD1-FEE1-F5971469B74E}"/>
              </a:ext>
            </a:extLst>
          </p:cNvPr>
          <p:cNvSpPr>
            <a:spLocks noGrp="1"/>
          </p:cNvSpPr>
          <p:nvPr>
            <p:ph type="sldNum" sz="quarter" idx="12"/>
          </p:nvPr>
        </p:nvSpPr>
        <p:spPr/>
        <p:txBody>
          <a:bodyPr/>
          <a:lstStyle/>
          <a:p>
            <a:fld id="{2EA8E45A-1076-4406-AF30-646104BF58BF}" type="slidenum">
              <a:rPr lang="en-US" smtClean="0"/>
              <a:t>‹#›</a:t>
            </a:fld>
            <a:endParaRPr lang="en-US"/>
          </a:p>
        </p:txBody>
      </p:sp>
    </p:spTree>
    <p:extLst>
      <p:ext uri="{BB962C8B-B14F-4D97-AF65-F5344CB8AC3E}">
        <p14:creationId xmlns:p14="http://schemas.microsoft.com/office/powerpoint/2010/main" val="9212355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0D28F4-03CE-34DA-E84B-5D36150F188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33600B0-46C8-A20F-CB95-B59BB942201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33FDF91-A66F-0B50-6FAA-538CA7B489C6}"/>
              </a:ext>
            </a:extLst>
          </p:cNvPr>
          <p:cNvSpPr>
            <a:spLocks noGrp="1"/>
          </p:cNvSpPr>
          <p:nvPr>
            <p:ph type="dt" sz="half" idx="10"/>
          </p:nvPr>
        </p:nvSpPr>
        <p:spPr/>
        <p:txBody>
          <a:bodyPr/>
          <a:lstStyle/>
          <a:p>
            <a:fld id="{6D2B15B1-8278-4BD8-8019-ABBB4C341392}" type="datetimeFigureOut">
              <a:rPr lang="en-US" smtClean="0"/>
              <a:t>06/22/2026</a:t>
            </a:fld>
            <a:endParaRPr lang="en-US"/>
          </a:p>
        </p:txBody>
      </p:sp>
      <p:sp>
        <p:nvSpPr>
          <p:cNvPr id="5" name="Footer Placeholder 4">
            <a:extLst>
              <a:ext uri="{FF2B5EF4-FFF2-40B4-BE49-F238E27FC236}">
                <a16:creationId xmlns:a16="http://schemas.microsoft.com/office/drawing/2014/main" id="{D6AD24C3-7AC7-799F-6DB1-7E4BFD3D682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4A4D72E-DDF4-5783-1790-D359C89D95B2}"/>
              </a:ext>
            </a:extLst>
          </p:cNvPr>
          <p:cNvSpPr>
            <a:spLocks noGrp="1"/>
          </p:cNvSpPr>
          <p:nvPr>
            <p:ph type="sldNum" sz="quarter" idx="12"/>
          </p:nvPr>
        </p:nvSpPr>
        <p:spPr/>
        <p:txBody>
          <a:bodyPr/>
          <a:lstStyle/>
          <a:p>
            <a:fld id="{2EA8E45A-1076-4406-AF30-646104BF58BF}" type="slidenum">
              <a:rPr lang="en-US" smtClean="0"/>
              <a:t>‹#›</a:t>
            </a:fld>
            <a:endParaRPr lang="en-US"/>
          </a:p>
        </p:txBody>
      </p:sp>
    </p:spTree>
    <p:extLst>
      <p:ext uri="{BB962C8B-B14F-4D97-AF65-F5344CB8AC3E}">
        <p14:creationId xmlns:p14="http://schemas.microsoft.com/office/powerpoint/2010/main" val="35079626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8F2884C-B520-D03E-1558-37A943BDC9C9}"/>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255882D-AE9D-281C-7281-FC8E5FEE5AC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53FAE3-C3D5-2361-F1B7-EF8206548EFD}"/>
              </a:ext>
            </a:extLst>
          </p:cNvPr>
          <p:cNvSpPr>
            <a:spLocks noGrp="1"/>
          </p:cNvSpPr>
          <p:nvPr>
            <p:ph type="dt" sz="half" idx="10"/>
          </p:nvPr>
        </p:nvSpPr>
        <p:spPr/>
        <p:txBody>
          <a:bodyPr/>
          <a:lstStyle/>
          <a:p>
            <a:fld id="{6D2B15B1-8278-4BD8-8019-ABBB4C341392}" type="datetimeFigureOut">
              <a:rPr lang="en-US" smtClean="0"/>
              <a:t>06/22/2026</a:t>
            </a:fld>
            <a:endParaRPr lang="en-US"/>
          </a:p>
        </p:txBody>
      </p:sp>
      <p:sp>
        <p:nvSpPr>
          <p:cNvPr id="5" name="Footer Placeholder 4">
            <a:extLst>
              <a:ext uri="{FF2B5EF4-FFF2-40B4-BE49-F238E27FC236}">
                <a16:creationId xmlns:a16="http://schemas.microsoft.com/office/drawing/2014/main" id="{44A278E1-B899-EF3F-CB81-13E113E174B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669AAF0-C6A6-308C-EAAD-CBEED80EB602}"/>
              </a:ext>
            </a:extLst>
          </p:cNvPr>
          <p:cNvSpPr>
            <a:spLocks noGrp="1"/>
          </p:cNvSpPr>
          <p:nvPr>
            <p:ph type="sldNum" sz="quarter" idx="12"/>
          </p:nvPr>
        </p:nvSpPr>
        <p:spPr/>
        <p:txBody>
          <a:bodyPr/>
          <a:lstStyle/>
          <a:p>
            <a:fld id="{2EA8E45A-1076-4406-AF30-646104BF58BF}" type="slidenum">
              <a:rPr lang="en-US" smtClean="0"/>
              <a:t>‹#›</a:t>
            </a:fld>
            <a:endParaRPr lang="en-US"/>
          </a:p>
        </p:txBody>
      </p:sp>
    </p:spTree>
    <p:extLst>
      <p:ext uri="{BB962C8B-B14F-4D97-AF65-F5344CB8AC3E}">
        <p14:creationId xmlns:p14="http://schemas.microsoft.com/office/powerpoint/2010/main" val="78721379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elfolie">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5992" y="3929"/>
            <a:ext cx="12196640" cy="6859804"/>
          </a:xfrm>
          <a:prstGeom prst="rect">
            <a:avLst/>
          </a:prstGeom>
        </p:spPr>
      </p:pic>
      <p:sp>
        <p:nvSpPr>
          <p:cNvPr id="181250" name="Rectangle 2"/>
          <p:cNvSpPr>
            <a:spLocks noGrp="1" noChangeArrowheads="1"/>
          </p:cNvSpPr>
          <p:nvPr>
            <p:ph type="ctrTitle" sz="quarter" hasCustomPrompt="1"/>
          </p:nvPr>
        </p:nvSpPr>
        <p:spPr>
          <a:xfrm>
            <a:off x="488953" y="1960563"/>
            <a:ext cx="11214100" cy="1828800"/>
          </a:xfrm>
          <a:noFill/>
        </p:spPr>
        <p:txBody>
          <a:bodyPr/>
          <a:lstStyle>
            <a:lvl1pPr>
              <a:defRPr lang="en-GB" sz="5333" b="0" i="0" baseline="0" dirty="0">
                <a:solidFill>
                  <a:srgbClr val="063D79"/>
                </a:solidFill>
                <a:effectLst/>
                <a:latin typeface="+mn-lt"/>
                <a:ea typeface="+mj-ea"/>
                <a:cs typeface="+mj-cs"/>
              </a:defRPr>
            </a:lvl1pPr>
          </a:lstStyle>
          <a:p>
            <a:pPr fontAlgn="t"/>
            <a:r>
              <a:rPr lang="de-DE"/>
              <a:t>Click vào đây để chỉnh sửa tiêu đề</a:t>
            </a:r>
            <a:br>
              <a:rPr lang="vi-VN" b="0" i="0">
                <a:solidFill>
                  <a:srgbClr val="777777"/>
                </a:solidFill>
                <a:effectLst/>
                <a:latin typeface="Roboto"/>
              </a:rPr>
            </a:br>
            <a:endParaRPr lang="en-GB" dirty="0"/>
          </a:p>
        </p:txBody>
      </p:sp>
      <p:sp>
        <p:nvSpPr>
          <p:cNvPr id="181253" name="Rectangle 5"/>
          <p:cNvSpPr>
            <a:spLocks noGrp="1" noChangeArrowheads="1"/>
          </p:cNvSpPr>
          <p:nvPr>
            <p:ph type="subTitle" sz="quarter" idx="1" hasCustomPrompt="1"/>
          </p:nvPr>
        </p:nvSpPr>
        <p:spPr>
          <a:xfrm>
            <a:off x="1828800" y="4149725"/>
            <a:ext cx="8534400" cy="406400"/>
          </a:xfrm>
        </p:spPr>
        <p:txBody>
          <a:bodyPr lIns="91440" tIns="45720" rIns="91440" bIns="45720"/>
          <a:lstStyle>
            <a:lvl1pPr marL="0" indent="0" algn="ctr">
              <a:buFont typeface="Wingdings 3" pitchFamily="18" charset="2"/>
              <a:buNone/>
              <a:defRPr b="1">
                <a:solidFill>
                  <a:schemeClr val="tx1"/>
                </a:solidFill>
              </a:defRPr>
            </a:lvl1pPr>
          </a:lstStyle>
          <a:p>
            <a:r>
              <a:rPr lang="en-US" dirty="0"/>
              <a:t>Click to edit author name</a:t>
            </a:r>
            <a:endParaRPr lang="de-DE" dirty="0"/>
          </a:p>
        </p:txBody>
      </p:sp>
      <p:sp>
        <p:nvSpPr>
          <p:cNvPr id="181255" name="Text Box 7"/>
          <p:cNvSpPr txBox="1">
            <a:spLocks noChangeArrowheads="1"/>
          </p:cNvSpPr>
          <p:nvPr/>
        </p:nvSpPr>
        <p:spPr bwMode="auto">
          <a:xfrm>
            <a:off x="1775886" y="4616301"/>
            <a:ext cx="8640233" cy="502766"/>
          </a:xfrm>
          <a:prstGeom prst="rect">
            <a:avLst/>
          </a:prstGeom>
          <a:noFill/>
          <a:ln w="12700">
            <a:noFill/>
            <a:miter lim="800000"/>
            <a:headEnd type="none" w="sm" len="sm"/>
            <a:tailEnd type="none" w="sm" len="sm"/>
          </a:ln>
          <a:effectLst/>
        </p:spPr>
        <p:txBody>
          <a:bodyPr>
            <a:spAutoFit/>
          </a:bodyPr>
          <a:lstStyle/>
          <a:p>
            <a:pPr algn="ctr">
              <a:spcBef>
                <a:spcPct val="50000"/>
              </a:spcBef>
            </a:pPr>
            <a:r>
              <a:rPr lang="de-DE" sz="2667" i="1">
                <a:solidFill>
                  <a:srgbClr val="777777"/>
                </a:solidFill>
                <a:latin typeface="Arial" charset="0"/>
              </a:rPr>
              <a:t>ictu.edu.vn</a:t>
            </a:r>
          </a:p>
        </p:txBody>
      </p:sp>
      <p:pic>
        <p:nvPicPr>
          <p:cNvPr id="9" name="Grafik 8"/>
          <p:cNvPicPr>
            <a:picLocks noChangeAspect="1"/>
          </p:cNvPicPr>
          <p:nvPr userDrawn="1"/>
        </p:nvPicPr>
        <p:blipFill>
          <a:blip r:embed="rId3"/>
          <a:stretch>
            <a:fillRect/>
          </a:stretch>
        </p:blipFill>
        <p:spPr>
          <a:xfrm>
            <a:off x="2" y="6921631"/>
            <a:ext cx="2370119" cy="313200"/>
          </a:xfrm>
          <a:prstGeom prst="rect">
            <a:avLst/>
          </a:prstGeom>
        </p:spPr>
      </p:pic>
      <p:pic>
        <p:nvPicPr>
          <p:cNvPr id="10" name="Grafik 9"/>
          <p:cNvPicPr>
            <a:picLocks noChangeAspect="1"/>
          </p:cNvPicPr>
          <p:nvPr userDrawn="1"/>
        </p:nvPicPr>
        <p:blipFill>
          <a:blip r:embed="rId4"/>
          <a:stretch>
            <a:fillRect/>
          </a:stretch>
        </p:blipFill>
        <p:spPr>
          <a:xfrm>
            <a:off x="2443690" y="6921631"/>
            <a:ext cx="2370119" cy="313200"/>
          </a:xfrm>
          <a:prstGeom prst="rect">
            <a:avLst/>
          </a:prstGeom>
        </p:spPr>
      </p:pic>
      <p:pic>
        <p:nvPicPr>
          <p:cNvPr id="11" name="Grafik 10"/>
          <p:cNvPicPr>
            <a:picLocks noChangeAspect="1"/>
          </p:cNvPicPr>
          <p:nvPr userDrawn="1"/>
        </p:nvPicPr>
        <p:blipFill>
          <a:blip r:embed="rId5"/>
          <a:stretch>
            <a:fillRect/>
          </a:stretch>
        </p:blipFill>
        <p:spPr>
          <a:xfrm>
            <a:off x="4887379" y="6921631"/>
            <a:ext cx="2370108" cy="313200"/>
          </a:xfrm>
          <a:prstGeom prst="rect">
            <a:avLst/>
          </a:prstGeom>
        </p:spPr>
      </p:pic>
      <p:pic>
        <p:nvPicPr>
          <p:cNvPr id="12" name="Grafik 11"/>
          <p:cNvPicPr>
            <a:picLocks noChangeAspect="1"/>
          </p:cNvPicPr>
          <p:nvPr userDrawn="1"/>
        </p:nvPicPr>
        <p:blipFill>
          <a:blip r:embed="rId6"/>
          <a:stretch>
            <a:fillRect/>
          </a:stretch>
        </p:blipFill>
        <p:spPr>
          <a:xfrm>
            <a:off x="7358578" y="6921631"/>
            <a:ext cx="2370119" cy="313200"/>
          </a:xfrm>
          <a:prstGeom prst="rect">
            <a:avLst/>
          </a:prstGeom>
        </p:spPr>
      </p:pic>
      <p:pic>
        <p:nvPicPr>
          <p:cNvPr id="13" name="Grafik 12"/>
          <p:cNvPicPr>
            <a:picLocks noChangeAspect="1"/>
          </p:cNvPicPr>
          <p:nvPr userDrawn="1"/>
        </p:nvPicPr>
        <p:blipFill>
          <a:blip r:embed="rId7"/>
          <a:stretch>
            <a:fillRect/>
          </a:stretch>
        </p:blipFill>
        <p:spPr>
          <a:xfrm>
            <a:off x="9837283" y="6921631"/>
            <a:ext cx="2345911" cy="313200"/>
          </a:xfrm>
          <a:prstGeom prst="rect">
            <a:avLst/>
          </a:prstGeom>
        </p:spPr>
      </p:pic>
    </p:spTree>
    <p:extLst>
      <p:ext uri="{BB962C8B-B14F-4D97-AF65-F5344CB8AC3E}">
        <p14:creationId xmlns:p14="http://schemas.microsoft.com/office/powerpoint/2010/main" val="187773781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vi-VN"/>
              <a:t>Nhấn vào đây để chỉnh sửa định dạng tiêu đề</a:t>
            </a:r>
            <a:endParaRPr lang="de-DE"/>
          </a:p>
        </p:txBody>
      </p:sp>
      <p:sp>
        <p:nvSpPr>
          <p:cNvPr id="3" name="Content Placeholder 2"/>
          <p:cNvSpPr>
            <a:spLocks noGrp="1"/>
          </p:cNvSpPr>
          <p:nvPr>
            <p:ph idx="1" hasCustomPrompt="1"/>
          </p:nvPr>
        </p:nvSpPr>
        <p:spPr/>
        <p:txBody>
          <a:bodyPr/>
          <a:lstStyle>
            <a:lvl1pPr>
              <a:buClr>
                <a:srgbClr val="063D79"/>
              </a:buClr>
              <a:defRPr/>
            </a:lvl1pPr>
            <a:lvl2pPr>
              <a:buClr>
                <a:srgbClr val="063D79"/>
              </a:buClr>
              <a:defRPr/>
            </a:lvl2pPr>
            <a:lvl3pPr>
              <a:buClr>
                <a:srgbClr val="063D79"/>
              </a:buClr>
              <a:defRPr/>
            </a:lvl3pPr>
            <a:lvl4pPr>
              <a:buClr>
                <a:srgbClr val="063D79"/>
              </a:buClr>
              <a:defRPr/>
            </a:lvl4pPr>
          </a:lstStyle>
          <a:p>
            <a:pPr lvl="0"/>
            <a:r>
              <a:rPr lang="vi-VN"/>
              <a:t>Nhấn vào đây để chỉnh sửa các kiểu văn bản mẫu</a:t>
            </a:r>
            <a:endParaRPr lang="en-US"/>
          </a:p>
          <a:p>
            <a:pPr lvl="1"/>
            <a:r>
              <a:rPr lang="en-GB"/>
              <a:t>Cấp thứ hai</a:t>
            </a:r>
          </a:p>
          <a:p>
            <a:pPr lvl="2"/>
            <a:r>
              <a:rPr lang="en-GB"/>
              <a:t>Cấp thứ ba</a:t>
            </a:r>
          </a:p>
          <a:p>
            <a:pPr lvl="3"/>
            <a:r>
              <a:rPr lang="en-GB"/>
              <a:t>Cấp thứ tư</a:t>
            </a:r>
            <a:endParaRPr lang="en-GB" dirty="0"/>
          </a:p>
        </p:txBody>
      </p:sp>
    </p:spTree>
    <p:extLst>
      <p:ext uri="{BB962C8B-B14F-4D97-AF65-F5344CB8AC3E}">
        <p14:creationId xmlns:p14="http://schemas.microsoft.com/office/powerpoint/2010/main" val="68139122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Abschnittsüberschrif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963084" y="4406901"/>
            <a:ext cx="10363200" cy="1362075"/>
          </a:xfrm>
        </p:spPr>
        <p:txBody>
          <a:bodyPr anchor="t"/>
          <a:lstStyle>
            <a:lvl1pPr algn="l">
              <a:defRPr sz="5333" b="1" cap="all"/>
            </a:lvl1pPr>
          </a:lstStyle>
          <a:p>
            <a:r>
              <a:rPr lang="vi-VN"/>
              <a:t>Nhấn vào đây để chỉnh sửa định dạng tiêu đề</a:t>
            </a:r>
            <a:endParaRPr lang="de-DE" dirty="0"/>
          </a:p>
        </p:txBody>
      </p:sp>
      <p:sp>
        <p:nvSpPr>
          <p:cNvPr id="3" name="Text Placeholder 2"/>
          <p:cNvSpPr>
            <a:spLocks noGrp="1"/>
          </p:cNvSpPr>
          <p:nvPr>
            <p:ph type="body" idx="1" hasCustomPrompt="1"/>
          </p:nvPr>
        </p:nvSpPr>
        <p:spPr>
          <a:xfrm>
            <a:off x="963084" y="2906713"/>
            <a:ext cx="10363200" cy="1500187"/>
          </a:xfrm>
        </p:spPr>
        <p:txBody>
          <a:bodyPr anchor="b"/>
          <a:lstStyle>
            <a:lvl1pPr marL="0" indent="0">
              <a:buNone/>
              <a:defRPr sz="3200"/>
            </a:lvl1pPr>
            <a:lvl2pPr marL="609585" indent="0">
              <a:buNone/>
              <a:defRPr sz="2400"/>
            </a:lvl2pPr>
            <a:lvl3pPr marL="1219170" indent="0">
              <a:buNone/>
              <a:defRPr sz="2133"/>
            </a:lvl3pPr>
            <a:lvl4pPr marL="1828754" indent="0">
              <a:buNone/>
              <a:defRPr sz="1867"/>
            </a:lvl4pPr>
            <a:lvl5pPr marL="2438339" indent="0">
              <a:buNone/>
              <a:defRPr sz="1867"/>
            </a:lvl5pPr>
            <a:lvl6pPr marL="3047924" indent="0">
              <a:buNone/>
              <a:defRPr sz="1867"/>
            </a:lvl6pPr>
            <a:lvl7pPr marL="3657509" indent="0">
              <a:buNone/>
              <a:defRPr sz="1867"/>
            </a:lvl7pPr>
            <a:lvl8pPr marL="4267093" indent="0">
              <a:buNone/>
              <a:defRPr sz="1867"/>
            </a:lvl8pPr>
            <a:lvl9pPr marL="4876678" indent="0">
              <a:buNone/>
              <a:defRPr sz="1867"/>
            </a:lvl9pPr>
          </a:lstStyle>
          <a:p>
            <a:pPr lvl="0"/>
            <a:r>
              <a:rPr lang="vi-VN"/>
              <a:t>Nhấn vào đây để chỉnh sửa định dạng tiêu đề</a:t>
            </a:r>
            <a:endParaRPr lang="de-DE"/>
          </a:p>
        </p:txBody>
      </p:sp>
    </p:spTree>
    <p:extLst>
      <p:ext uri="{BB962C8B-B14F-4D97-AF65-F5344CB8AC3E}">
        <p14:creationId xmlns:p14="http://schemas.microsoft.com/office/powerpoint/2010/main" val="193683233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de-DE"/>
          </a:p>
        </p:txBody>
      </p:sp>
      <p:sp>
        <p:nvSpPr>
          <p:cNvPr id="3" name="Content Placeholder 2"/>
          <p:cNvSpPr>
            <a:spLocks noGrp="1"/>
          </p:cNvSpPr>
          <p:nvPr>
            <p:ph sz="half" idx="1" hasCustomPrompt="1"/>
          </p:nvPr>
        </p:nvSpPr>
        <p:spPr>
          <a:xfrm>
            <a:off x="711200" y="914400"/>
            <a:ext cx="5232400" cy="5105400"/>
          </a:xfrm>
        </p:spPr>
        <p:txBody>
          <a:bodyPr/>
          <a:lstStyle>
            <a:lvl1pPr>
              <a:defRPr sz="3733"/>
            </a:lvl1pPr>
            <a:lvl2pPr>
              <a:defRPr sz="3200"/>
            </a:lvl2pPr>
            <a:lvl3pPr>
              <a:defRPr sz="2667"/>
            </a:lvl3pPr>
            <a:lvl4pPr>
              <a:defRPr sz="2400"/>
            </a:lvl4pPr>
            <a:lvl5pPr>
              <a:defRPr sz="2400"/>
            </a:lvl5pPr>
            <a:lvl6pPr>
              <a:defRPr sz="2400"/>
            </a:lvl6pPr>
            <a:lvl7pPr>
              <a:defRPr sz="2400"/>
            </a:lvl7pPr>
            <a:lvl8pPr>
              <a:defRPr sz="2400"/>
            </a:lvl8pPr>
            <a:lvl9pPr>
              <a:defRPr sz="2400"/>
            </a:lvl9pPr>
          </a:lstStyle>
          <a:p>
            <a:pPr lvl="0"/>
            <a:r>
              <a:rPr lang="vi-VN"/>
              <a:t>Nhấn vào đây để chỉnh sửa các kiểu văn bản mẫu</a:t>
            </a:r>
            <a:endParaRPr lang="en-US"/>
          </a:p>
          <a:p>
            <a:pPr lvl="1"/>
            <a:r>
              <a:rPr lang="en-GB"/>
              <a:t>Cấp thứ hai</a:t>
            </a:r>
          </a:p>
          <a:p>
            <a:pPr lvl="2"/>
            <a:r>
              <a:rPr lang="en-GB"/>
              <a:t>Cấp thứ ba</a:t>
            </a:r>
          </a:p>
          <a:p>
            <a:pPr lvl="3"/>
            <a:r>
              <a:rPr lang="en-GB"/>
              <a:t>Cấp thứ tư</a:t>
            </a:r>
            <a:endParaRPr lang="en-GB" dirty="0"/>
          </a:p>
        </p:txBody>
      </p:sp>
      <p:sp>
        <p:nvSpPr>
          <p:cNvPr id="4" name="Content Placeholder 3"/>
          <p:cNvSpPr>
            <a:spLocks noGrp="1"/>
          </p:cNvSpPr>
          <p:nvPr>
            <p:ph sz="half" idx="2" hasCustomPrompt="1"/>
          </p:nvPr>
        </p:nvSpPr>
        <p:spPr>
          <a:xfrm>
            <a:off x="6146800" y="914400"/>
            <a:ext cx="5232400" cy="5105400"/>
          </a:xfrm>
        </p:spPr>
        <p:txBody>
          <a:bodyPr/>
          <a:lstStyle>
            <a:lvl1pPr>
              <a:defRPr sz="3733"/>
            </a:lvl1pPr>
            <a:lvl2pPr>
              <a:defRPr sz="3200"/>
            </a:lvl2pPr>
            <a:lvl3pPr>
              <a:defRPr sz="2667"/>
            </a:lvl3pPr>
            <a:lvl4pPr>
              <a:defRPr sz="2400"/>
            </a:lvl4pPr>
            <a:lvl5pPr>
              <a:defRPr sz="2400"/>
            </a:lvl5pPr>
            <a:lvl6pPr>
              <a:defRPr sz="2400"/>
            </a:lvl6pPr>
            <a:lvl7pPr>
              <a:defRPr sz="2400"/>
            </a:lvl7pPr>
            <a:lvl8pPr>
              <a:defRPr sz="2400"/>
            </a:lvl8pPr>
            <a:lvl9pPr>
              <a:defRPr sz="2400"/>
            </a:lvl9pPr>
          </a:lstStyle>
          <a:p>
            <a:pPr lvl="0"/>
            <a:r>
              <a:rPr lang="vi-VN"/>
              <a:t>Nhấn vào đây để chỉnh sửa các kiểu văn bản mẫu</a:t>
            </a:r>
            <a:endParaRPr lang="en-US"/>
          </a:p>
          <a:p>
            <a:pPr lvl="1"/>
            <a:r>
              <a:rPr lang="en-GB"/>
              <a:t>Cấp thứ hai</a:t>
            </a:r>
          </a:p>
          <a:p>
            <a:pPr lvl="2"/>
            <a:r>
              <a:rPr lang="en-GB"/>
              <a:t>Cấp thứ ba</a:t>
            </a:r>
          </a:p>
          <a:p>
            <a:pPr lvl="3"/>
            <a:r>
              <a:rPr lang="en-GB"/>
              <a:t>Cấp thứ tư</a:t>
            </a:r>
            <a:endParaRPr lang="en-GB" dirty="0"/>
          </a:p>
        </p:txBody>
      </p:sp>
    </p:spTree>
    <p:extLst>
      <p:ext uri="{BB962C8B-B14F-4D97-AF65-F5344CB8AC3E}">
        <p14:creationId xmlns:p14="http://schemas.microsoft.com/office/powerpoint/2010/main" val="58800989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de-DE"/>
              <a:t>Click vào đây để chỉnh sửa tiêu đề</a:t>
            </a:r>
          </a:p>
        </p:txBody>
      </p:sp>
    </p:spTree>
    <p:extLst>
      <p:ext uri="{BB962C8B-B14F-4D97-AF65-F5344CB8AC3E}">
        <p14:creationId xmlns:p14="http://schemas.microsoft.com/office/powerpoint/2010/main" val="398380930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Farbschema">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lvl1pPr>
          </a:lstStyle>
          <a:p>
            <a:r>
              <a:rPr lang="de-DE"/>
              <a:t>Màu sắc</a:t>
            </a:r>
            <a:endParaRPr lang="de-DE" dirty="0"/>
          </a:p>
        </p:txBody>
      </p:sp>
      <p:pic>
        <p:nvPicPr>
          <p:cNvPr id="3" name="Grafik 2"/>
          <p:cNvPicPr>
            <a:picLocks noChangeAspect="1"/>
          </p:cNvPicPr>
          <p:nvPr userDrawn="1"/>
        </p:nvPicPr>
        <p:blipFill>
          <a:blip r:embed="rId2"/>
          <a:stretch>
            <a:fillRect/>
          </a:stretch>
        </p:blipFill>
        <p:spPr>
          <a:xfrm>
            <a:off x="575767" y="1052737"/>
            <a:ext cx="10945216" cy="4879879"/>
          </a:xfrm>
          <a:prstGeom prst="rect">
            <a:avLst/>
          </a:prstGeom>
        </p:spPr>
      </p:pic>
    </p:spTree>
    <p:extLst>
      <p:ext uri="{BB962C8B-B14F-4D97-AF65-F5344CB8AC3E}">
        <p14:creationId xmlns:p14="http://schemas.microsoft.com/office/powerpoint/2010/main" val="261254207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Tree>
    <p:extLst>
      <p:ext uri="{BB962C8B-B14F-4D97-AF65-F5344CB8AC3E}">
        <p14:creationId xmlns:p14="http://schemas.microsoft.com/office/powerpoint/2010/main" val="302484503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Inhalt mit Überschrif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09602" y="273049"/>
            <a:ext cx="4011084" cy="1162051"/>
          </a:xfrm>
        </p:spPr>
        <p:txBody>
          <a:bodyPr anchor="b"/>
          <a:lstStyle>
            <a:lvl1pPr algn="l">
              <a:defRPr sz="2667" b="1"/>
            </a:lvl1pPr>
          </a:lstStyle>
          <a:p>
            <a:r>
              <a:rPr lang="de-DE"/>
              <a:t>Click vào đây để chỉnh sửa tiêu đề</a:t>
            </a:r>
          </a:p>
        </p:txBody>
      </p:sp>
      <p:sp>
        <p:nvSpPr>
          <p:cNvPr id="3" name="Content Placeholder 2"/>
          <p:cNvSpPr>
            <a:spLocks noGrp="1"/>
          </p:cNvSpPr>
          <p:nvPr>
            <p:ph idx="1" hasCustomPrompt="1"/>
          </p:nvPr>
        </p:nvSpPr>
        <p:spPr>
          <a:xfrm>
            <a:off x="4766733" y="273052"/>
            <a:ext cx="6815667" cy="5853113"/>
          </a:xfrm>
        </p:spPr>
        <p:txBody>
          <a:bodyPr/>
          <a:lstStyle>
            <a:lvl1pPr>
              <a:defRPr sz="4267"/>
            </a:lvl1pPr>
            <a:lvl2pPr>
              <a:defRPr sz="3733"/>
            </a:lvl2pPr>
            <a:lvl3pPr>
              <a:defRPr sz="3200"/>
            </a:lvl3pPr>
            <a:lvl4pPr>
              <a:defRPr sz="2667"/>
            </a:lvl4pPr>
            <a:lvl5pPr>
              <a:defRPr sz="2667"/>
            </a:lvl5pPr>
            <a:lvl6pPr>
              <a:defRPr sz="2667"/>
            </a:lvl6pPr>
            <a:lvl7pPr>
              <a:defRPr sz="2667"/>
            </a:lvl7pPr>
            <a:lvl8pPr>
              <a:defRPr sz="2667"/>
            </a:lvl8pPr>
            <a:lvl9pPr>
              <a:defRPr sz="2667"/>
            </a:lvl9pPr>
          </a:lstStyle>
          <a:p>
            <a:pPr lvl="0"/>
            <a:r>
              <a:rPr lang="vi-VN"/>
              <a:t>Nhấn vào đây để chỉnh sửa các kiểu văn bản mẫu</a:t>
            </a:r>
            <a:endParaRPr lang="en-US"/>
          </a:p>
          <a:p>
            <a:pPr lvl="1"/>
            <a:r>
              <a:rPr lang="en-GB"/>
              <a:t>Cấp thứ hai</a:t>
            </a:r>
          </a:p>
          <a:p>
            <a:pPr lvl="2"/>
            <a:r>
              <a:rPr lang="en-GB"/>
              <a:t>Cấp thứ ba</a:t>
            </a:r>
          </a:p>
          <a:p>
            <a:pPr lvl="3"/>
            <a:r>
              <a:rPr lang="en-GB"/>
              <a:t>Cấp thứ tư</a:t>
            </a:r>
            <a:endParaRPr lang="en-GB" dirty="0"/>
          </a:p>
        </p:txBody>
      </p:sp>
      <p:sp>
        <p:nvSpPr>
          <p:cNvPr id="4" name="Text Placeholder 3"/>
          <p:cNvSpPr>
            <a:spLocks noGrp="1"/>
          </p:cNvSpPr>
          <p:nvPr>
            <p:ph type="body" sz="half" idx="2" hasCustomPrompt="1"/>
          </p:nvPr>
        </p:nvSpPr>
        <p:spPr>
          <a:xfrm>
            <a:off x="609602" y="1435102"/>
            <a:ext cx="4011084" cy="4691063"/>
          </a:xfrm>
        </p:spPr>
        <p:txBody>
          <a:bodyPr/>
          <a:lstStyle>
            <a:lvl1pPr marL="0" indent="0">
              <a:buNone/>
              <a:defRPr sz="1867"/>
            </a:lvl1pPr>
            <a:lvl2pPr marL="609585" indent="0">
              <a:buNone/>
              <a:defRPr sz="1600"/>
            </a:lvl2pPr>
            <a:lvl3pPr marL="1219170" indent="0">
              <a:buNone/>
              <a:defRPr sz="1333"/>
            </a:lvl3pPr>
            <a:lvl4pPr marL="1828754" indent="0">
              <a:buNone/>
              <a:defRPr sz="1200"/>
            </a:lvl4pPr>
            <a:lvl5pPr marL="2438339" indent="0">
              <a:buNone/>
              <a:defRPr sz="1200"/>
            </a:lvl5pPr>
            <a:lvl6pPr marL="3047924" indent="0">
              <a:buNone/>
              <a:defRPr sz="1200"/>
            </a:lvl6pPr>
            <a:lvl7pPr marL="3657509" indent="0">
              <a:buNone/>
              <a:defRPr sz="1200"/>
            </a:lvl7pPr>
            <a:lvl8pPr marL="4267093" indent="0">
              <a:buNone/>
              <a:defRPr sz="1200"/>
            </a:lvl8pPr>
            <a:lvl9pPr marL="4876678" indent="0">
              <a:buNone/>
              <a:defRPr sz="1200"/>
            </a:lvl9pPr>
          </a:lstStyle>
          <a:p>
            <a:pPr lvl="0"/>
            <a:r>
              <a:rPr lang="vi-VN"/>
              <a:t>Nhấn vào đây để chỉnh sửa các kiểu văn bản mẫu</a:t>
            </a:r>
            <a:endParaRPr lang="en-US"/>
          </a:p>
        </p:txBody>
      </p:sp>
    </p:spTree>
    <p:extLst>
      <p:ext uri="{BB962C8B-B14F-4D97-AF65-F5344CB8AC3E}">
        <p14:creationId xmlns:p14="http://schemas.microsoft.com/office/powerpoint/2010/main" val="307279979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Bild mit Überschrif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389717" y="4800600"/>
            <a:ext cx="7315200" cy="566739"/>
          </a:xfrm>
        </p:spPr>
        <p:txBody>
          <a:bodyPr anchor="b"/>
          <a:lstStyle>
            <a:lvl1pPr algn="l">
              <a:defRPr sz="2667" b="1"/>
            </a:lvl1pPr>
          </a:lstStyle>
          <a:p>
            <a:r>
              <a:rPr lang="de-DE"/>
              <a:t>Click vào đây để chỉnh sửa tiêu đề</a:t>
            </a:r>
            <a:endParaRPr lang="de-DE" dirty="0"/>
          </a:p>
        </p:txBody>
      </p:sp>
      <p:sp>
        <p:nvSpPr>
          <p:cNvPr id="3" name="Picture Placeholder 2"/>
          <p:cNvSpPr>
            <a:spLocks noGrp="1"/>
          </p:cNvSpPr>
          <p:nvPr>
            <p:ph type="pic" idx="1" hasCustomPrompt="1"/>
          </p:nvPr>
        </p:nvSpPr>
        <p:spPr>
          <a:xfrm>
            <a:off x="2389717" y="612775"/>
            <a:ext cx="7315200" cy="4114800"/>
          </a:xfrm>
        </p:spPr>
        <p:txBody>
          <a:bodyPr/>
          <a:lstStyle>
            <a:lvl1pPr marL="0" indent="0">
              <a:buNone/>
              <a:defRPr sz="4267"/>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vi-VN"/>
              <a:t>Thêm hình ảnh bằng cách nhấp vào biểu tượng</a:t>
            </a:r>
            <a:endParaRPr lang="de-DE"/>
          </a:p>
        </p:txBody>
      </p:sp>
      <p:sp>
        <p:nvSpPr>
          <p:cNvPr id="4" name="Text Placeholder 3"/>
          <p:cNvSpPr>
            <a:spLocks noGrp="1"/>
          </p:cNvSpPr>
          <p:nvPr>
            <p:ph type="body" sz="half" idx="2" hasCustomPrompt="1"/>
          </p:nvPr>
        </p:nvSpPr>
        <p:spPr>
          <a:xfrm>
            <a:off x="2389717" y="5367338"/>
            <a:ext cx="7315200" cy="804863"/>
          </a:xfrm>
        </p:spPr>
        <p:txBody>
          <a:bodyPr/>
          <a:lstStyle>
            <a:lvl1pPr marL="0" indent="0">
              <a:buNone/>
              <a:defRPr sz="1867"/>
            </a:lvl1pPr>
            <a:lvl2pPr marL="609585" indent="0">
              <a:buNone/>
              <a:defRPr sz="1600"/>
            </a:lvl2pPr>
            <a:lvl3pPr marL="1219170" indent="0">
              <a:buNone/>
              <a:defRPr sz="1333"/>
            </a:lvl3pPr>
            <a:lvl4pPr marL="1828754" indent="0">
              <a:buNone/>
              <a:defRPr sz="1200"/>
            </a:lvl4pPr>
            <a:lvl5pPr marL="2438339" indent="0">
              <a:buNone/>
              <a:defRPr sz="1200"/>
            </a:lvl5pPr>
            <a:lvl6pPr marL="3047924" indent="0">
              <a:buNone/>
              <a:defRPr sz="1200"/>
            </a:lvl6pPr>
            <a:lvl7pPr marL="3657509" indent="0">
              <a:buNone/>
              <a:defRPr sz="1200"/>
            </a:lvl7pPr>
            <a:lvl8pPr marL="4267093" indent="0">
              <a:buNone/>
              <a:defRPr sz="1200"/>
            </a:lvl8pPr>
            <a:lvl9pPr marL="4876678" indent="0">
              <a:buNone/>
              <a:defRPr sz="1200"/>
            </a:lvl9pPr>
          </a:lstStyle>
          <a:p>
            <a:pPr lvl="0"/>
            <a:r>
              <a:rPr lang="vi-VN"/>
              <a:t>Nhấn vào đây để chỉnh sửa các kiểu văn bản mẫu</a:t>
            </a:r>
            <a:endParaRPr lang="en-US"/>
          </a:p>
        </p:txBody>
      </p:sp>
    </p:spTree>
    <p:extLst>
      <p:ext uri="{BB962C8B-B14F-4D97-AF65-F5344CB8AC3E}">
        <p14:creationId xmlns:p14="http://schemas.microsoft.com/office/powerpoint/2010/main" val="29712939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3.pn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image" Target="../media/image2.png"/><Relationship Id="rId2" Type="http://schemas.openxmlformats.org/officeDocument/2006/relationships/slideLayout" Target="../slideLayouts/slideLayout13.xml"/><Relationship Id="rId16" Type="http://schemas.openxmlformats.org/officeDocument/2006/relationships/image" Target="../media/image6.png"/><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image" Target="../media/image1.png"/><Relationship Id="rId5" Type="http://schemas.openxmlformats.org/officeDocument/2006/relationships/slideLayout" Target="../slideLayouts/slideLayout16.xml"/><Relationship Id="rId15" Type="http://schemas.openxmlformats.org/officeDocument/2006/relationships/image" Target="../media/image5.png"/><Relationship Id="rId10" Type="http://schemas.openxmlformats.org/officeDocument/2006/relationships/theme" Target="../theme/theme2.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image" Target="../media/image4.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926EFB5-0743-0EF7-850B-926C0CE5A51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1D6EB1F2-00CA-033C-5B88-CAF17830B3C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299C160-7C5C-73DA-13E0-958095B9AF7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D2B15B1-8278-4BD8-8019-ABBB4C341392}" type="datetimeFigureOut">
              <a:rPr lang="en-US" smtClean="0"/>
              <a:t>06/22/2026</a:t>
            </a:fld>
            <a:endParaRPr lang="en-US"/>
          </a:p>
        </p:txBody>
      </p:sp>
      <p:sp>
        <p:nvSpPr>
          <p:cNvPr id="5" name="Footer Placeholder 4">
            <a:extLst>
              <a:ext uri="{FF2B5EF4-FFF2-40B4-BE49-F238E27FC236}">
                <a16:creationId xmlns:a16="http://schemas.microsoft.com/office/drawing/2014/main" id="{B0C4909F-E6D5-0E1A-22F3-3D50EB03B2E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35BDD947-FE16-4DAF-674F-04EB3146C92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EA8E45A-1076-4406-AF30-646104BF58BF}" type="slidenum">
              <a:rPr lang="en-US" smtClean="0"/>
              <a:t>‹#›</a:t>
            </a:fld>
            <a:endParaRPr lang="en-US"/>
          </a:p>
        </p:txBody>
      </p:sp>
    </p:spTree>
    <p:extLst>
      <p:ext uri="{BB962C8B-B14F-4D97-AF65-F5344CB8AC3E}">
        <p14:creationId xmlns:p14="http://schemas.microsoft.com/office/powerpoint/2010/main" val="88043315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11" cstate="print">
            <a:extLst>
              <a:ext uri="{28A0092B-C50C-407E-A947-70E740481C1C}">
                <a14:useLocalDpi xmlns:a14="http://schemas.microsoft.com/office/drawing/2010/main" val="0"/>
              </a:ext>
            </a:extLst>
          </a:blip>
          <a:stretch>
            <a:fillRect/>
          </a:stretch>
        </p:blipFill>
        <p:spPr>
          <a:xfrm>
            <a:off x="11643" y="6121559"/>
            <a:ext cx="12180357" cy="734831"/>
          </a:xfrm>
          <a:prstGeom prst="rect">
            <a:avLst/>
          </a:prstGeom>
        </p:spPr>
      </p:pic>
      <p:sp>
        <p:nvSpPr>
          <p:cNvPr id="180226" name="Rectangle 2"/>
          <p:cNvSpPr>
            <a:spLocks noGrp="1" noChangeArrowheads="1"/>
          </p:cNvSpPr>
          <p:nvPr>
            <p:ph type="title"/>
          </p:nvPr>
        </p:nvSpPr>
        <p:spPr bwMode="auto">
          <a:xfrm>
            <a:off x="719669" y="30163"/>
            <a:ext cx="10657417" cy="646112"/>
          </a:xfrm>
          <a:prstGeom prst="rect">
            <a:avLst/>
          </a:prstGeom>
          <a:noFill/>
          <a:ln w="9525">
            <a:noFill/>
            <a:miter lim="800000"/>
            <a:headEnd/>
            <a:tailEnd/>
          </a:ln>
          <a:effectLst/>
        </p:spPr>
        <p:txBody>
          <a:bodyPr vert="horz" wrap="square" lIns="92075" tIns="46038" rIns="92075" bIns="46038" numCol="1" anchor="ctr" anchorCtr="0" compatLnSpc="1">
            <a:prstTxWarp prst="textNoShape">
              <a:avLst/>
            </a:prstTxWarp>
          </a:bodyPr>
          <a:lstStyle/>
          <a:p>
            <a:pPr lvl="0"/>
            <a:r>
              <a:rPr lang="vi-VN"/>
              <a:t>Nhấn vào đây để chỉnh sửa định dạng tiêu đề</a:t>
            </a:r>
            <a:endParaRPr lang="en-GB" dirty="0"/>
          </a:p>
        </p:txBody>
      </p:sp>
      <p:sp>
        <p:nvSpPr>
          <p:cNvPr id="180227" name="Rectangle 3"/>
          <p:cNvSpPr>
            <a:spLocks noGrp="1" noChangeArrowheads="1"/>
          </p:cNvSpPr>
          <p:nvPr>
            <p:ph type="body" idx="1"/>
          </p:nvPr>
        </p:nvSpPr>
        <p:spPr bwMode="auto">
          <a:xfrm>
            <a:off x="711200" y="914400"/>
            <a:ext cx="10668000" cy="5105400"/>
          </a:xfrm>
          <a:prstGeom prst="rect">
            <a:avLst/>
          </a:prstGeom>
          <a:noFill/>
          <a:ln w="9525">
            <a:noFill/>
            <a:miter lim="800000"/>
            <a:headEnd/>
            <a:tailEnd/>
          </a:ln>
          <a:effectLst/>
        </p:spPr>
        <p:txBody>
          <a:bodyPr vert="horz" wrap="square" lIns="92075" tIns="46038" rIns="92075" bIns="46038" numCol="1" anchor="t" anchorCtr="0" compatLnSpc="1">
            <a:prstTxWarp prst="textNoShape">
              <a:avLst/>
            </a:prstTxWarp>
          </a:bodyPr>
          <a:lstStyle/>
          <a:p>
            <a:pPr lvl="0"/>
            <a:r>
              <a:rPr lang="vi-VN" dirty="0"/>
              <a:t>Nhấn vào đây để chỉnh sửa các kiểu văn bản mẫu</a:t>
            </a:r>
            <a:endParaRPr lang="en-US" dirty="0"/>
          </a:p>
          <a:p>
            <a:pPr lvl="1"/>
            <a:r>
              <a:rPr lang="en-GB" dirty="0" err="1"/>
              <a:t>Cấp</a:t>
            </a:r>
            <a:r>
              <a:rPr lang="en-GB" dirty="0"/>
              <a:t> </a:t>
            </a:r>
            <a:r>
              <a:rPr lang="en-GB" dirty="0" err="1"/>
              <a:t>thứ</a:t>
            </a:r>
            <a:r>
              <a:rPr lang="en-GB" dirty="0"/>
              <a:t> </a:t>
            </a:r>
            <a:r>
              <a:rPr lang="en-GB" dirty="0" err="1"/>
              <a:t>hai</a:t>
            </a:r>
            <a:endParaRPr lang="en-GB" dirty="0"/>
          </a:p>
          <a:p>
            <a:pPr lvl="2"/>
            <a:r>
              <a:rPr lang="en-GB" dirty="0" err="1"/>
              <a:t>Cấp</a:t>
            </a:r>
            <a:r>
              <a:rPr lang="en-GB" dirty="0"/>
              <a:t> </a:t>
            </a:r>
            <a:r>
              <a:rPr lang="en-GB" dirty="0" err="1"/>
              <a:t>thứ</a:t>
            </a:r>
            <a:r>
              <a:rPr lang="en-GB" dirty="0"/>
              <a:t> </a:t>
            </a:r>
            <a:r>
              <a:rPr lang="en-GB" dirty="0" err="1"/>
              <a:t>ba</a:t>
            </a:r>
            <a:endParaRPr lang="en-GB" dirty="0"/>
          </a:p>
          <a:p>
            <a:pPr lvl="3"/>
            <a:r>
              <a:rPr lang="en-GB" dirty="0" err="1"/>
              <a:t>Cấp</a:t>
            </a:r>
            <a:r>
              <a:rPr lang="en-GB" dirty="0"/>
              <a:t> </a:t>
            </a:r>
            <a:r>
              <a:rPr lang="en-GB" dirty="0" err="1"/>
              <a:t>thứ</a:t>
            </a:r>
            <a:r>
              <a:rPr lang="en-GB" dirty="0"/>
              <a:t> </a:t>
            </a:r>
            <a:r>
              <a:rPr lang="en-GB" dirty="0" err="1"/>
              <a:t>tư</a:t>
            </a:r>
            <a:endParaRPr lang="en-GB" dirty="0"/>
          </a:p>
        </p:txBody>
      </p:sp>
      <p:sp>
        <p:nvSpPr>
          <p:cNvPr id="180254" name="Line 30"/>
          <p:cNvSpPr>
            <a:spLocks noChangeShapeType="1"/>
          </p:cNvSpPr>
          <p:nvPr/>
        </p:nvSpPr>
        <p:spPr bwMode="auto">
          <a:xfrm flipV="1">
            <a:off x="175684" y="692151"/>
            <a:ext cx="11808883" cy="0"/>
          </a:xfrm>
          <a:prstGeom prst="line">
            <a:avLst/>
          </a:prstGeom>
          <a:noFill/>
          <a:ln w="28575">
            <a:solidFill>
              <a:schemeClr val="bg2"/>
            </a:solidFill>
            <a:round/>
            <a:headEnd type="none" w="sm" len="sm"/>
            <a:tailEnd type="none" w="sm" len="sm"/>
          </a:ln>
          <a:effectLst/>
        </p:spPr>
        <p:txBody>
          <a:bodyPr wrap="none" anchor="ctr"/>
          <a:lstStyle/>
          <a:p>
            <a:endParaRPr lang="de-DE" sz="2400"/>
          </a:p>
        </p:txBody>
      </p:sp>
      <p:sp>
        <p:nvSpPr>
          <p:cNvPr id="180258" name="Text Box 34"/>
          <p:cNvSpPr txBox="1">
            <a:spLocks noChangeArrowheads="1"/>
          </p:cNvSpPr>
          <p:nvPr/>
        </p:nvSpPr>
        <p:spPr bwMode="auto">
          <a:xfrm>
            <a:off x="11267209" y="6381328"/>
            <a:ext cx="436338" cy="338554"/>
          </a:xfrm>
          <a:prstGeom prst="rect">
            <a:avLst/>
          </a:prstGeom>
          <a:noFill/>
          <a:ln w="12700">
            <a:noFill/>
            <a:miter lim="800000"/>
            <a:headEnd type="none" w="sm" len="sm"/>
            <a:tailEnd type="none" w="sm" len="sm"/>
          </a:ln>
          <a:effectLst/>
        </p:spPr>
        <p:txBody>
          <a:bodyPr wrap="none">
            <a:spAutoFit/>
          </a:bodyPr>
          <a:lstStyle/>
          <a:p>
            <a:pPr algn="r"/>
            <a:fld id="{AA316C04-7673-4CAB-99E0-6C1D8F626C8B}" type="slidenum">
              <a:rPr lang="de-DE" sz="1600" b="0">
                <a:solidFill>
                  <a:schemeClr val="bg2"/>
                </a:solidFill>
              </a:rPr>
              <a:pPr algn="r"/>
              <a:t>‹#›</a:t>
            </a:fld>
            <a:endParaRPr lang="de-DE" sz="1600" b="0">
              <a:solidFill>
                <a:schemeClr val="bg2"/>
              </a:solidFill>
            </a:endParaRPr>
          </a:p>
        </p:txBody>
      </p:sp>
      <p:pic>
        <p:nvPicPr>
          <p:cNvPr id="12" name="Grafik 11"/>
          <p:cNvPicPr>
            <a:picLocks noChangeAspect="1"/>
          </p:cNvPicPr>
          <p:nvPr/>
        </p:nvPicPr>
        <p:blipFill>
          <a:blip r:embed="rId12"/>
          <a:stretch>
            <a:fillRect/>
          </a:stretch>
        </p:blipFill>
        <p:spPr>
          <a:xfrm>
            <a:off x="2" y="6921631"/>
            <a:ext cx="2370119" cy="313200"/>
          </a:xfrm>
          <a:prstGeom prst="rect">
            <a:avLst/>
          </a:prstGeom>
        </p:spPr>
      </p:pic>
      <p:pic>
        <p:nvPicPr>
          <p:cNvPr id="13" name="Grafik 12"/>
          <p:cNvPicPr>
            <a:picLocks noChangeAspect="1"/>
          </p:cNvPicPr>
          <p:nvPr/>
        </p:nvPicPr>
        <p:blipFill>
          <a:blip r:embed="rId13"/>
          <a:stretch>
            <a:fillRect/>
          </a:stretch>
        </p:blipFill>
        <p:spPr>
          <a:xfrm>
            <a:off x="2443690" y="6921631"/>
            <a:ext cx="2370119" cy="313200"/>
          </a:xfrm>
          <a:prstGeom prst="rect">
            <a:avLst/>
          </a:prstGeom>
        </p:spPr>
      </p:pic>
      <p:pic>
        <p:nvPicPr>
          <p:cNvPr id="15" name="Grafik 14"/>
          <p:cNvPicPr>
            <a:picLocks noChangeAspect="1"/>
          </p:cNvPicPr>
          <p:nvPr/>
        </p:nvPicPr>
        <p:blipFill>
          <a:blip r:embed="rId14"/>
          <a:stretch>
            <a:fillRect/>
          </a:stretch>
        </p:blipFill>
        <p:spPr>
          <a:xfrm>
            <a:off x="4887379" y="6921631"/>
            <a:ext cx="2370108" cy="313200"/>
          </a:xfrm>
          <a:prstGeom prst="rect">
            <a:avLst/>
          </a:prstGeom>
        </p:spPr>
      </p:pic>
      <p:pic>
        <p:nvPicPr>
          <p:cNvPr id="16" name="Grafik 15"/>
          <p:cNvPicPr>
            <a:picLocks noChangeAspect="1"/>
          </p:cNvPicPr>
          <p:nvPr/>
        </p:nvPicPr>
        <p:blipFill>
          <a:blip r:embed="rId15"/>
          <a:stretch>
            <a:fillRect/>
          </a:stretch>
        </p:blipFill>
        <p:spPr>
          <a:xfrm>
            <a:off x="7358578" y="6921631"/>
            <a:ext cx="2370119" cy="313200"/>
          </a:xfrm>
          <a:prstGeom prst="rect">
            <a:avLst/>
          </a:prstGeom>
        </p:spPr>
      </p:pic>
      <p:pic>
        <p:nvPicPr>
          <p:cNvPr id="17" name="Grafik 16"/>
          <p:cNvPicPr>
            <a:picLocks noChangeAspect="1"/>
          </p:cNvPicPr>
          <p:nvPr/>
        </p:nvPicPr>
        <p:blipFill>
          <a:blip r:embed="rId16"/>
          <a:stretch>
            <a:fillRect/>
          </a:stretch>
        </p:blipFill>
        <p:spPr>
          <a:xfrm>
            <a:off x="9837283" y="6921631"/>
            <a:ext cx="2345911" cy="313200"/>
          </a:xfrm>
          <a:prstGeom prst="rect">
            <a:avLst/>
          </a:prstGeom>
        </p:spPr>
      </p:pic>
      <p:sp>
        <p:nvSpPr>
          <p:cNvPr id="14" name="Rectangle 25"/>
          <p:cNvSpPr>
            <a:spLocks noChangeArrowheads="1"/>
          </p:cNvSpPr>
          <p:nvPr/>
        </p:nvSpPr>
        <p:spPr bwMode="auto">
          <a:xfrm>
            <a:off x="0" y="6584542"/>
            <a:ext cx="12152104" cy="231359"/>
          </a:xfrm>
          <a:prstGeom prst="rect">
            <a:avLst/>
          </a:prstGeom>
          <a:noFill/>
          <a:ln w="9525">
            <a:noFill/>
            <a:miter lim="800000"/>
            <a:headEnd/>
            <a:tailEnd/>
          </a:ln>
          <a:effectLst/>
        </p:spPr>
        <p:txBody>
          <a:bodyPr wrap="none" lIns="122767" tIns="61384" rIns="122767" bIns="61384" anchor="ctr"/>
          <a:lstStyle/>
          <a:p>
            <a:pPr algn="ctr"/>
            <a:r>
              <a:rPr lang="en-US" sz="1600" b="0" i="1">
                <a:latin typeface="+mn-lt"/>
              </a:rPr>
              <a:t>ictu.edu.vn</a:t>
            </a:r>
          </a:p>
        </p:txBody>
      </p:sp>
    </p:spTree>
    <p:extLst>
      <p:ext uri="{BB962C8B-B14F-4D97-AF65-F5344CB8AC3E}">
        <p14:creationId xmlns:p14="http://schemas.microsoft.com/office/powerpoint/2010/main" val="208255693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Lst>
  <p:txStyles>
    <p:titleStyle>
      <a:lvl1pPr algn="ctr" rtl="0" eaLnBrk="1" fontAlgn="base" hangingPunct="1">
        <a:spcBef>
          <a:spcPct val="0"/>
        </a:spcBef>
        <a:spcAft>
          <a:spcPct val="0"/>
        </a:spcAft>
        <a:defRPr sz="3467" b="1">
          <a:solidFill>
            <a:srgbClr val="063D79"/>
          </a:solidFill>
          <a:latin typeface="+mj-lt"/>
          <a:ea typeface="+mj-ea"/>
          <a:cs typeface="+mj-cs"/>
        </a:defRPr>
      </a:lvl1pPr>
      <a:lvl2pPr algn="ctr" rtl="0" eaLnBrk="1" fontAlgn="base" hangingPunct="1">
        <a:spcBef>
          <a:spcPct val="0"/>
        </a:spcBef>
        <a:spcAft>
          <a:spcPct val="0"/>
        </a:spcAft>
        <a:defRPr sz="3467" b="1">
          <a:solidFill>
            <a:srgbClr val="063D79"/>
          </a:solidFill>
          <a:latin typeface="Arial" charset="0"/>
        </a:defRPr>
      </a:lvl2pPr>
      <a:lvl3pPr algn="ctr" rtl="0" eaLnBrk="1" fontAlgn="base" hangingPunct="1">
        <a:spcBef>
          <a:spcPct val="0"/>
        </a:spcBef>
        <a:spcAft>
          <a:spcPct val="0"/>
        </a:spcAft>
        <a:defRPr sz="3467" b="1">
          <a:solidFill>
            <a:srgbClr val="063D79"/>
          </a:solidFill>
          <a:latin typeface="Arial" charset="0"/>
        </a:defRPr>
      </a:lvl3pPr>
      <a:lvl4pPr algn="ctr" rtl="0" eaLnBrk="1" fontAlgn="base" hangingPunct="1">
        <a:spcBef>
          <a:spcPct val="0"/>
        </a:spcBef>
        <a:spcAft>
          <a:spcPct val="0"/>
        </a:spcAft>
        <a:defRPr sz="3467" b="1">
          <a:solidFill>
            <a:srgbClr val="063D79"/>
          </a:solidFill>
          <a:latin typeface="Arial" charset="0"/>
        </a:defRPr>
      </a:lvl4pPr>
      <a:lvl5pPr algn="ctr" rtl="0" eaLnBrk="1" fontAlgn="base" hangingPunct="1">
        <a:spcBef>
          <a:spcPct val="0"/>
        </a:spcBef>
        <a:spcAft>
          <a:spcPct val="0"/>
        </a:spcAft>
        <a:defRPr sz="3467" b="1">
          <a:solidFill>
            <a:srgbClr val="063D79"/>
          </a:solidFill>
          <a:latin typeface="Arial" charset="0"/>
        </a:defRPr>
      </a:lvl5pPr>
      <a:lvl6pPr marL="609585" algn="ctr" rtl="0" eaLnBrk="1" fontAlgn="base" hangingPunct="1">
        <a:spcBef>
          <a:spcPct val="0"/>
        </a:spcBef>
        <a:spcAft>
          <a:spcPct val="0"/>
        </a:spcAft>
        <a:defRPr sz="3467" b="1">
          <a:solidFill>
            <a:srgbClr val="063D79"/>
          </a:solidFill>
          <a:latin typeface="Arial" charset="0"/>
        </a:defRPr>
      </a:lvl6pPr>
      <a:lvl7pPr marL="1219170" algn="ctr" rtl="0" eaLnBrk="1" fontAlgn="base" hangingPunct="1">
        <a:spcBef>
          <a:spcPct val="0"/>
        </a:spcBef>
        <a:spcAft>
          <a:spcPct val="0"/>
        </a:spcAft>
        <a:defRPr sz="3467" b="1">
          <a:solidFill>
            <a:srgbClr val="063D79"/>
          </a:solidFill>
          <a:latin typeface="Arial" charset="0"/>
        </a:defRPr>
      </a:lvl7pPr>
      <a:lvl8pPr marL="1828754" algn="ctr" rtl="0" eaLnBrk="1" fontAlgn="base" hangingPunct="1">
        <a:spcBef>
          <a:spcPct val="0"/>
        </a:spcBef>
        <a:spcAft>
          <a:spcPct val="0"/>
        </a:spcAft>
        <a:defRPr sz="3467" b="1">
          <a:solidFill>
            <a:srgbClr val="063D79"/>
          </a:solidFill>
          <a:latin typeface="Arial" charset="0"/>
        </a:defRPr>
      </a:lvl8pPr>
      <a:lvl9pPr marL="2438339" algn="ctr" rtl="0" eaLnBrk="1" fontAlgn="base" hangingPunct="1">
        <a:spcBef>
          <a:spcPct val="0"/>
        </a:spcBef>
        <a:spcAft>
          <a:spcPct val="0"/>
        </a:spcAft>
        <a:defRPr sz="3467" b="1">
          <a:solidFill>
            <a:srgbClr val="063D79"/>
          </a:solidFill>
          <a:latin typeface="Arial" charset="0"/>
        </a:defRPr>
      </a:lvl9pPr>
    </p:titleStyle>
    <p:bodyStyle>
      <a:lvl1pPr marL="457189" indent="-457189" algn="l" rtl="0" eaLnBrk="1" fontAlgn="base" hangingPunct="1">
        <a:spcBef>
          <a:spcPct val="20000"/>
        </a:spcBef>
        <a:spcAft>
          <a:spcPct val="0"/>
        </a:spcAft>
        <a:buClr>
          <a:srgbClr val="063D79"/>
        </a:buClr>
        <a:buSzPct val="80000"/>
        <a:buFont typeface="Wingdings 3" pitchFamily="18" charset="2"/>
        <a:buChar char="u"/>
        <a:defRPr sz="2667">
          <a:solidFill>
            <a:srgbClr val="4D4D4D"/>
          </a:solidFill>
          <a:latin typeface="+mn-lt"/>
          <a:ea typeface="+mn-ea"/>
          <a:cs typeface="+mn-cs"/>
        </a:defRPr>
      </a:lvl1pPr>
      <a:lvl2pPr marL="990575" indent="-380990" algn="l" rtl="0" eaLnBrk="1" fontAlgn="base" hangingPunct="1">
        <a:spcBef>
          <a:spcPct val="20000"/>
        </a:spcBef>
        <a:spcAft>
          <a:spcPct val="0"/>
        </a:spcAft>
        <a:buClr>
          <a:srgbClr val="063D79"/>
        </a:buClr>
        <a:buSzPct val="100000"/>
        <a:buFont typeface="Wingdings" pitchFamily="2" charset="2"/>
        <a:buChar char="§"/>
        <a:defRPr sz="2400">
          <a:solidFill>
            <a:srgbClr val="4D4D4D"/>
          </a:solidFill>
          <a:latin typeface="+mn-lt"/>
        </a:defRPr>
      </a:lvl2pPr>
      <a:lvl3pPr marL="1523962" indent="-304792" algn="l" rtl="0" eaLnBrk="1" fontAlgn="base" hangingPunct="1">
        <a:spcBef>
          <a:spcPct val="20000"/>
        </a:spcBef>
        <a:spcAft>
          <a:spcPct val="0"/>
        </a:spcAft>
        <a:buClr>
          <a:srgbClr val="063D79"/>
        </a:buClr>
        <a:buChar char="–"/>
        <a:defRPr sz="2133" baseline="0">
          <a:solidFill>
            <a:srgbClr val="4D4D4D"/>
          </a:solidFill>
          <a:latin typeface="+mn-lt"/>
        </a:defRPr>
      </a:lvl3pPr>
      <a:lvl4pPr marL="2082748" indent="-304792" algn="l" rtl="0" eaLnBrk="1" fontAlgn="base" hangingPunct="1">
        <a:spcBef>
          <a:spcPct val="20000"/>
        </a:spcBef>
        <a:spcAft>
          <a:spcPct val="0"/>
        </a:spcAft>
        <a:buClr>
          <a:srgbClr val="063D79"/>
        </a:buClr>
        <a:buChar char="•"/>
        <a:defRPr sz="2133" baseline="0">
          <a:solidFill>
            <a:srgbClr val="4D4D4D"/>
          </a:solidFill>
          <a:latin typeface="+mn-lt"/>
        </a:defRPr>
      </a:lvl4pPr>
      <a:lvl5pPr marL="2641534" indent="-304792" algn="l" rtl="0" eaLnBrk="1" fontAlgn="base" hangingPunct="1">
        <a:spcBef>
          <a:spcPct val="20000"/>
        </a:spcBef>
        <a:spcAft>
          <a:spcPct val="0"/>
        </a:spcAft>
        <a:buClr>
          <a:srgbClr val="063D79"/>
        </a:buClr>
        <a:buChar char=" "/>
        <a:defRPr sz="2133">
          <a:solidFill>
            <a:srgbClr val="4D4D4D"/>
          </a:solidFill>
          <a:latin typeface="+mn-lt"/>
        </a:defRPr>
      </a:lvl5pPr>
      <a:lvl6pPr marL="3251119" indent="-304792" algn="l" rtl="0" eaLnBrk="1" fontAlgn="base" hangingPunct="1">
        <a:spcBef>
          <a:spcPct val="20000"/>
        </a:spcBef>
        <a:spcAft>
          <a:spcPct val="0"/>
        </a:spcAft>
        <a:buChar char=" "/>
        <a:defRPr sz="2667">
          <a:solidFill>
            <a:srgbClr val="4D4D4D"/>
          </a:solidFill>
          <a:latin typeface="+mn-lt"/>
        </a:defRPr>
      </a:lvl6pPr>
      <a:lvl7pPr marL="3860703" indent="-304792" algn="l" rtl="0" eaLnBrk="1" fontAlgn="base" hangingPunct="1">
        <a:spcBef>
          <a:spcPct val="20000"/>
        </a:spcBef>
        <a:spcAft>
          <a:spcPct val="0"/>
        </a:spcAft>
        <a:buChar char=" "/>
        <a:defRPr sz="2667">
          <a:solidFill>
            <a:srgbClr val="4D4D4D"/>
          </a:solidFill>
          <a:latin typeface="+mn-lt"/>
        </a:defRPr>
      </a:lvl7pPr>
      <a:lvl8pPr marL="4470288" indent="-304792" algn="l" rtl="0" eaLnBrk="1" fontAlgn="base" hangingPunct="1">
        <a:spcBef>
          <a:spcPct val="20000"/>
        </a:spcBef>
        <a:spcAft>
          <a:spcPct val="0"/>
        </a:spcAft>
        <a:buChar char=" "/>
        <a:defRPr sz="2667">
          <a:solidFill>
            <a:srgbClr val="4D4D4D"/>
          </a:solidFill>
          <a:latin typeface="+mn-lt"/>
        </a:defRPr>
      </a:lvl8pPr>
      <a:lvl9pPr marL="5079873" indent="-304792" algn="l" rtl="0" eaLnBrk="1" fontAlgn="base" hangingPunct="1">
        <a:spcBef>
          <a:spcPct val="20000"/>
        </a:spcBef>
        <a:spcAft>
          <a:spcPct val="0"/>
        </a:spcAft>
        <a:buChar char=" "/>
        <a:defRPr sz="2667">
          <a:solidFill>
            <a:srgbClr val="4D4D4D"/>
          </a:solidFill>
          <a:latin typeface="+mn-lt"/>
        </a:defRPr>
      </a:lvl9pPr>
    </p:bodyStyle>
    <p:otherStyle>
      <a:defPPr>
        <a:defRPr lang="de-DE"/>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4.xml"/><Relationship Id="rId1" Type="http://schemas.openxmlformats.org/officeDocument/2006/relationships/slideLayout" Target="../slideLayouts/slideLayout13.xml"/><Relationship Id="rId4" Type="http://schemas.openxmlformats.org/officeDocument/2006/relationships/image" Target="../media/image10.png"/></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8.xml"/><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B040D84E-3393-71D6-31BF-4E34C8700E6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2192000" cy="7269427"/>
          </a:xfrm>
          <a:prstGeom prst="rect">
            <a:avLst/>
          </a:prstGeom>
        </p:spPr>
      </p:pic>
      <p:sp>
        <p:nvSpPr>
          <p:cNvPr id="317442" name="Rectangle 2"/>
          <p:cNvSpPr>
            <a:spLocks noGrp="1" noChangeArrowheads="1"/>
          </p:cNvSpPr>
          <p:nvPr>
            <p:ph type="ctrTitle"/>
          </p:nvPr>
        </p:nvSpPr>
        <p:spPr>
          <a:xfrm>
            <a:off x="316144" y="1750107"/>
            <a:ext cx="11559712" cy="672075"/>
          </a:xfrm>
          <a:noFill/>
        </p:spPr>
        <p:txBody>
          <a:bodyPr/>
          <a:lstStyle/>
          <a:p>
            <a:pPr>
              <a:spcBef>
                <a:spcPts val="800"/>
              </a:spcBef>
              <a:spcAft>
                <a:spcPts val="1600"/>
              </a:spcAft>
            </a:pPr>
            <a:r>
              <a:rPr lang="en-US" sz="2933" b="1">
                <a:solidFill>
                  <a:schemeClr val="accent1">
                    <a:lumMod val="75000"/>
                  </a:schemeClr>
                </a:solidFill>
                <a:latin typeface="Arial" panose="020B0604020202020204" pitchFamily="34" charset="0"/>
                <a:ea typeface="DengXian" panose="02010600030101010101" pitchFamily="2" charset="-122"/>
                <a:cs typeface="Arial" panose="020B0604020202020204" pitchFamily="34" charset="0"/>
              </a:rPr>
              <a:t>BÁO CÁO CHUYÊN ĐỀ</a:t>
            </a:r>
            <a:endParaRPr lang="en-US" sz="2933" b="1">
              <a:solidFill>
                <a:schemeClr val="accent1">
                  <a:lumMod val="75000"/>
                </a:schemeClr>
              </a:solidFill>
            </a:endParaRPr>
          </a:p>
        </p:txBody>
      </p:sp>
      <p:sp>
        <p:nvSpPr>
          <p:cNvPr id="2" name="Subtitle 1"/>
          <p:cNvSpPr>
            <a:spLocks noGrp="1"/>
          </p:cNvSpPr>
          <p:nvPr>
            <p:ph type="subTitle" sz="quarter" idx="1"/>
          </p:nvPr>
        </p:nvSpPr>
        <p:spPr>
          <a:xfrm>
            <a:off x="2666256" y="4485117"/>
            <a:ext cx="7174160" cy="1366507"/>
          </a:xfrm>
        </p:spPr>
        <p:txBody>
          <a:bodyPr>
            <a:normAutofit/>
          </a:bodyPr>
          <a:lstStyle/>
          <a:p>
            <a:pPr algn="l"/>
            <a:r>
              <a:rPr lang="en-US" sz="2200" b="1">
                <a:solidFill>
                  <a:schemeClr val="accent1"/>
                </a:solidFill>
                <a:latin typeface="Arial" panose="020B0604020202020204" pitchFamily="34" charset="0"/>
                <a:cs typeface="Arial" panose="020B0604020202020204" pitchFamily="34" charset="0"/>
              </a:rPr>
              <a:t>Sinh </a:t>
            </a:r>
            <a:r>
              <a:rPr lang="en-US" sz="2200" b="1" err="1">
                <a:solidFill>
                  <a:schemeClr val="accent1"/>
                </a:solidFill>
                <a:latin typeface="Arial" panose="020B0604020202020204" pitchFamily="34" charset="0"/>
                <a:cs typeface="Arial" panose="020B0604020202020204" pitchFamily="34" charset="0"/>
              </a:rPr>
              <a:t>viên</a:t>
            </a:r>
            <a:r>
              <a:rPr lang="en-US" sz="2200" b="1">
                <a:solidFill>
                  <a:schemeClr val="accent1"/>
                </a:solidFill>
                <a:latin typeface="Arial" panose="020B0604020202020204" pitchFamily="34" charset="0"/>
                <a:cs typeface="Arial" panose="020B0604020202020204" pitchFamily="34" charset="0"/>
              </a:rPr>
              <a:t> </a:t>
            </a:r>
            <a:r>
              <a:rPr lang="en-US" sz="2200" b="1" err="1">
                <a:solidFill>
                  <a:schemeClr val="accent1"/>
                </a:solidFill>
                <a:latin typeface="Arial" panose="020B0604020202020204" pitchFamily="34" charset="0"/>
                <a:cs typeface="Arial" panose="020B0604020202020204" pitchFamily="34" charset="0"/>
              </a:rPr>
              <a:t>thực</a:t>
            </a:r>
            <a:r>
              <a:rPr lang="en-US" sz="2200" b="1">
                <a:solidFill>
                  <a:schemeClr val="accent1"/>
                </a:solidFill>
                <a:latin typeface="Arial" panose="020B0604020202020204" pitchFamily="34" charset="0"/>
                <a:cs typeface="Arial" panose="020B0604020202020204" pitchFamily="34" charset="0"/>
              </a:rPr>
              <a:t> </a:t>
            </a:r>
            <a:r>
              <a:rPr lang="en-US" sz="2200" b="1" err="1">
                <a:solidFill>
                  <a:schemeClr val="accent1"/>
                </a:solidFill>
                <a:latin typeface="Arial" panose="020B0604020202020204" pitchFamily="34" charset="0"/>
                <a:cs typeface="Arial" panose="020B0604020202020204" pitchFamily="34" charset="0"/>
              </a:rPr>
              <a:t>hiện</a:t>
            </a:r>
            <a:r>
              <a:rPr lang="en-US" sz="2200" b="1">
                <a:solidFill>
                  <a:schemeClr val="accent1"/>
                </a:solidFill>
                <a:latin typeface="Arial" panose="020B0604020202020204" pitchFamily="34" charset="0"/>
                <a:cs typeface="Arial" panose="020B0604020202020204" pitchFamily="34" charset="0"/>
              </a:rPr>
              <a:t>: 	LÊ THỊ KIM NGÂN</a:t>
            </a:r>
          </a:p>
          <a:p>
            <a:pPr algn="l"/>
            <a:r>
              <a:rPr lang="en-US" sz="2200" b="1" err="1">
                <a:solidFill>
                  <a:schemeClr val="accent1"/>
                </a:solidFill>
                <a:latin typeface="Arial" panose="020B0604020202020204" pitchFamily="34" charset="0"/>
                <a:cs typeface="Arial" panose="020B0604020202020204" pitchFamily="34" charset="0"/>
              </a:rPr>
              <a:t>Lớp</a:t>
            </a:r>
            <a:r>
              <a:rPr lang="en-US" sz="2200" b="1">
                <a:solidFill>
                  <a:schemeClr val="accent1"/>
                </a:solidFill>
                <a:latin typeface="Arial" panose="020B0604020202020204" pitchFamily="34" charset="0"/>
                <a:cs typeface="Arial" panose="020B0604020202020204" pitchFamily="34" charset="0"/>
              </a:rPr>
              <a:t>: 				CNTT K20H</a:t>
            </a:r>
          </a:p>
          <a:p>
            <a:pPr algn="l"/>
            <a:r>
              <a:rPr lang="en-US" sz="2200" b="1" err="1">
                <a:solidFill>
                  <a:schemeClr val="accent1"/>
                </a:solidFill>
                <a:latin typeface="Arial" panose="020B0604020202020204" pitchFamily="34" charset="0"/>
                <a:cs typeface="Arial" panose="020B0604020202020204" pitchFamily="34" charset="0"/>
              </a:rPr>
              <a:t>Giáo</a:t>
            </a:r>
            <a:r>
              <a:rPr lang="en-US" sz="2200" b="1">
                <a:solidFill>
                  <a:schemeClr val="accent1"/>
                </a:solidFill>
                <a:latin typeface="Arial" panose="020B0604020202020204" pitchFamily="34" charset="0"/>
                <a:cs typeface="Arial" panose="020B0604020202020204" pitchFamily="34" charset="0"/>
              </a:rPr>
              <a:t> </a:t>
            </a:r>
            <a:r>
              <a:rPr lang="en-US" sz="2200" b="1" err="1">
                <a:solidFill>
                  <a:schemeClr val="accent1"/>
                </a:solidFill>
                <a:latin typeface="Arial" panose="020B0604020202020204" pitchFamily="34" charset="0"/>
                <a:cs typeface="Arial" panose="020B0604020202020204" pitchFamily="34" charset="0"/>
              </a:rPr>
              <a:t>viên</a:t>
            </a:r>
            <a:r>
              <a:rPr lang="en-US" sz="2200" b="1">
                <a:solidFill>
                  <a:schemeClr val="accent1"/>
                </a:solidFill>
                <a:latin typeface="Arial" panose="020B0604020202020204" pitchFamily="34" charset="0"/>
                <a:cs typeface="Arial" panose="020B0604020202020204" pitchFamily="34" charset="0"/>
              </a:rPr>
              <a:t> </a:t>
            </a:r>
            <a:r>
              <a:rPr lang="en-US" sz="2200" b="1" err="1">
                <a:solidFill>
                  <a:schemeClr val="accent1"/>
                </a:solidFill>
                <a:latin typeface="Arial" panose="020B0604020202020204" pitchFamily="34" charset="0"/>
                <a:cs typeface="Arial" panose="020B0604020202020204" pitchFamily="34" charset="0"/>
              </a:rPr>
              <a:t>hướng</a:t>
            </a:r>
            <a:r>
              <a:rPr lang="en-US" sz="2200" b="1">
                <a:solidFill>
                  <a:schemeClr val="accent1"/>
                </a:solidFill>
                <a:latin typeface="Arial" panose="020B0604020202020204" pitchFamily="34" charset="0"/>
                <a:cs typeface="Arial" panose="020B0604020202020204" pitchFamily="34" charset="0"/>
              </a:rPr>
              <a:t> </a:t>
            </a:r>
            <a:r>
              <a:rPr lang="en-US" sz="2200" b="1" err="1">
                <a:solidFill>
                  <a:schemeClr val="accent1"/>
                </a:solidFill>
                <a:latin typeface="Arial" panose="020B0604020202020204" pitchFamily="34" charset="0"/>
                <a:cs typeface="Arial" panose="020B0604020202020204" pitchFamily="34" charset="0"/>
              </a:rPr>
              <a:t>dẫn</a:t>
            </a:r>
            <a:r>
              <a:rPr lang="en-US" sz="2200" b="1">
                <a:solidFill>
                  <a:schemeClr val="accent1"/>
                </a:solidFill>
                <a:latin typeface="Arial" panose="020B0604020202020204" pitchFamily="34" charset="0"/>
                <a:cs typeface="Arial" panose="020B0604020202020204" pitchFamily="34" charset="0"/>
              </a:rPr>
              <a:t>: 	</a:t>
            </a:r>
          </a:p>
        </p:txBody>
      </p:sp>
      <p:sp>
        <p:nvSpPr>
          <p:cNvPr id="3" name="Rectangle 2">
            <a:extLst>
              <a:ext uri="{FF2B5EF4-FFF2-40B4-BE49-F238E27FC236}">
                <a16:creationId xmlns:a16="http://schemas.microsoft.com/office/drawing/2014/main" id="{215C0572-0E7F-56BB-D1E2-B01F818B264D}"/>
              </a:ext>
            </a:extLst>
          </p:cNvPr>
          <p:cNvSpPr txBox="1">
            <a:spLocks noChangeArrowheads="1"/>
          </p:cNvSpPr>
          <p:nvPr/>
        </p:nvSpPr>
        <p:spPr bwMode="auto">
          <a:xfrm>
            <a:off x="1072472" y="2756924"/>
            <a:ext cx="10047056" cy="1366507"/>
          </a:xfrm>
          <a:prstGeom prst="rect">
            <a:avLst/>
          </a:prstGeom>
          <a:noFill/>
          <a:ln w="9525">
            <a:noFill/>
            <a:miter lim="800000"/>
            <a:headEnd/>
            <a:tailEnd/>
          </a:ln>
          <a:effectLst/>
        </p:spPr>
        <p:txBody>
          <a:bodyPr vert="horz" wrap="square" lIns="122767" tIns="61384" rIns="122767" bIns="61384" numCol="1" anchor="ctr" anchorCtr="0" compatLnSpc="1">
            <a:prstTxWarp prst="textNoShape">
              <a:avLst/>
            </a:prstTxWarp>
          </a:bodyPr>
          <a:lstStyle>
            <a:lvl1pPr algn="ctr" rtl="0" eaLnBrk="1" fontAlgn="base" hangingPunct="1">
              <a:spcBef>
                <a:spcPct val="0"/>
              </a:spcBef>
              <a:spcAft>
                <a:spcPct val="0"/>
              </a:spcAft>
              <a:defRPr lang="en-GB" sz="4000" b="0" i="0" baseline="0" dirty="0">
                <a:solidFill>
                  <a:srgbClr val="063D79"/>
                </a:solidFill>
                <a:effectLst/>
                <a:latin typeface="+mn-lt"/>
                <a:ea typeface="+mj-ea"/>
                <a:cs typeface="+mj-cs"/>
              </a:defRPr>
            </a:lvl1pPr>
            <a:lvl2pPr algn="ctr" rtl="0" eaLnBrk="1" fontAlgn="base" hangingPunct="1">
              <a:spcBef>
                <a:spcPct val="0"/>
              </a:spcBef>
              <a:spcAft>
                <a:spcPct val="0"/>
              </a:spcAft>
              <a:defRPr sz="2600" b="1">
                <a:solidFill>
                  <a:srgbClr val="063D79"/>
                </a:solidFill>
                <a:latin typeface="Arial" charset="0"/>
              </a:defRPr>
            </a:lvl2pPr>
            <a:lvl3pPr algn="ctr" rtl="0" eaLnBrk="1" fontAlgn="base" hangingPunct="1">
              <a:spcBef>
                <a:spcPct val="0"/>
              </a:spcBef>
              <a:spcAft>
                <a:spcPct val="0"/>
              </a:spcAft>
              <a:defRPr sz="2600" b="1">
                <a:solidFill>
                  <a:srgbClr val="063D79"/>
                </a:solidFill>
                <a:latin typeface="Arial" charset="0"/>
              </a:defRPr>
            </a:lvl3pPr>
            <a:lvl4pPr algn="ctr" rtl="0" eaLnBrk="1" fontAlgn="base" hangingPunct="1">
              <a:spcBef>
                <a:spcPct val="0"/>
              </a:spcBef>
              <a:spcAft>
                <a:spcPct val="0"/>
              </a:spcAft>
              <a:defRPr sz="2600" b="1">
                <a:solidFill>
                  <a:srgbClr val="063D79"/>
                </a:solidFill>
                <a:latin typeface="Arial" charset="0"/>
              </a:defRPr>
            </a:lvl4pPr>
            <a:lvl5pPr algn="ctr" rtl="0" eaLnBrk="1" fontAlgn="base" hangingPunct="1">
              <a:spcBef>
                <a:spcPct val="0"/>
              </a:spcBef>
              <a:spcAft>
                <a:spcPct val="0"/>
              </a:spcAft>
              <a:defRPr sz="2600" b="1">
                <a:solidFill>
                  <a:srgbClr val="063D79"/>
                </a:solidFill>
                <a:latin typeface="Arial" charset="0"/>
              </a:defRPr>
            </a:lvl5pPr>
            <a:lvl6pPr marL="457200" algn="ctr" rtl="0" eaLnBrk="1" fontAlgn="base" hangingPunct="1">
              <a:spcBef>
                <a:spcPct val="0"/>
              </a:spcBef>
              <a:spcAft>
                <a:spcPct val="0"/>
              </a:spcAft>
              <a:defRPr sz="2600" b="1">
                <a:solidFill>
                  <a:srgbClr val="063D79"/>
                </a:solidFill>
                <a:latin typeface="Arial" charset="0"/>
              </a:defRPr>
            </a:lvl6pPr>
            <a:lvl7pPr marL="914400" algn="ctr" rtl="0" eaLnBrk="1" fontAlgn="base" hangingPunct="1">
              <a:spcBef>
                <a:spcPct val="0"/>
              </a:spcBef>
              <a:spcAft>
                <a:spcPct val="0"/>
              </a:spcAft>
              <a:defRPr sz="2600" b="1">
                <a:solidFill>
                  <a:srgbClr val="063D79"/>
                </a:solidFill>
                <a:latin typeface="Arial" charset="0"/>
              </a:defRPr>
            </a:lvl7pPr>
            <a:lvl8pPr marL="1371600" algn="ctr" rtl="0" eaLnBrk="1" fontAlgn="base" hangingPunct="1">
              <a:spcBef>
                <a:spcPct val="0"/>
              </a:spcBef>
              <a:spcAft>
                <a:spcPct val="0"/>
              </a:spcAft>
              <a:defRPr sz="2600" b="1">
                <a:solidFill>
                  <a:srgbClr val="063D79"/>
                </a:solidFill>
                <a:latin typeface="Arial" charset="0"/>
              </a:defRPr>
            </a:lvl8pPr>
            <a:lvl9pPr marL="1828800" algn="ctr" rtl="0" eaLnBrk="1" fontAlgn="base" hangingPunct="1">
              <a:spcBef>
                <a:spcPct val="0"/>
              </a:spcBef>
              <a:spcAft>
                <a:spcPct val="0"/>
              </a:spcAft>
              <a:defRPr sz="2600" b="1">
                <a:solidFill>
                  <a:srgbClr val="063D79"/>
                </a:solidFill>
                <a:latin typeface="Arial" charset="0"/>
              </a:defRPr>
            </a:lvl9pPr>
          </a:lstStyle>
          <a:p>
            <a:pPr marL="630555" marR="448945" indent="0" algn="ctr">
              <a:lnSpc>
                <a:spcPct val="130000"/>
              </a:lnSpc>
              <a:spcBef>
                <a:spcPts val="600"/>
              </a:spcBef>
              <a:spcAft>
                <a:spcPts val="600"/>
              </a:spcAft>
              <a:buNone/>
            </a:pPr>
            <a:r>
              <a:rPr lang="en-US" sz="2400" b="1">
                <a:solidFill>
                  <a:schemeClr val="accent1"/>
                </a:solidFill>
                <a:effectLst/>
                <a:latin typeface="Arial" panose="020B0604020202020204" pitchFamily="34" charset="0"/>
                <a:ea typeface="Times New Roman" panose="02020603050405020304" pitchFamily="18" charset="0"/>
                <a:cs typeface="Arial" panose="020B0604020202020204" pitchFamily="34" charset="0"/>
              </a:rPr>
              <a:t>PHÂN TÍCH ĐÁNH GIÁ CỦA KHÁCH HÀNG TRÊN CÁC TRANG THƯƠNG MẠI ĐIỆN TỬ ĐỂ THU THẬP PHẢN HỒI CỦA KHÁCH HÀNG VỀ SẢN PHẨM</a:t>
            </a:r>
            <a:r>
              <a:rPr lang="vi-VN" sz="2400" b="1">
                <a:solidFill>
                  <a:schemeClr val="accent1"/>
                </a:solidFill>
                <a:latin typeface="Arial" panose="020B0604020202020204" pitchFamily="34" charset="0"/>
                <a:cs typeface="Arial" panose="020B0604020202020204" pitchFamily="34" charset="0"/>
              </a:rPr>
              <a:t>.</a:t>
            </a:r>
            <a:endParaRPr lang="en-US" sz="2400" b="1" kern="0">
              <a:solidFill>
                <a:schemeClr val="accent1"/>
              </a:solidFill>
              <a:latin typeface="Arial" panose="020B0604020202020204" pitchFamily="34" charset="0"/>
              <a:cs typeface="Arial" panose="020B0604020202020204" pitchFamily="34" charset="0"/>
            </a:endParaRPr>
          </a:p>
        </p:txBody>
      </p:sp>
    </p:spTree>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F0AD26-9475-DFBC-5B81-AA198B74E7D5}"/>
              </a:ext>
            </a:extLst>
          </p:cNvPr>
          <p:cNvSpPr>
            <a:spLocks noGrp="1"/>
          </p:cNvSpPr>
          <p:nvPr>
            <p:ph type="title"/>
          </p:nvPr>
        </p:nvSpPr>
        <p:spPr/>
        <p:txBody>
          <a:bodyPr/>
          <a:lstStyle/>
          <a:p>
            <a:r>
              <a:rPr lang="en-US"/>
              <a:t>LÝ DO CHỌN ĐỀ TÀI</a:t>
            </a:r>
          </a:p>
        </p:txBody>
      </p:sp>
      <p:sp>
        <p:nvSpPr>
          <p:cNvPr id="3" name="Content Placeholder 2">
            <a:extLst>
              <a:ext uri="{FF2B5EF4-FFF2-40B4-BE49-F238E27FC236}">
                <a16:creationId xmlns:a16="http://schemas.microsoft.com/office/drawing/2014/main" id="{A0CF9A26-BAAB-B6A9-265C-A0CFCB1933B0}"/>
              </a:ext>
            </a:extLst>
          </p:cNvPr>
          <p:cNvSpPr>
            <a:spLocks noGrp="1"/>
          </p:cNvSpPr>
          <p:nvPr>
            <p:ph idx="1"/>
          </p:nvPr>
        </p:nvSpPr>
        <p:spPr>
          <a:xfrm>
            <a:off x="711199" y="914400"/>
            <a:ext cx="10132291" cy="4941455"/>
          </a:xfrm>
        </p:spPr>
        <p:txBody>
          <a:bodyPr/>
          <a:lstStyle/>
          <a:p>
            <a:pPr indent="-345009" algn="just">
              <a:lnSpc>
                <a:spcPct val="140000"/>
              </a:lnSpc>
              <a:buFont typeface="Arial" panose="020B0604020202020204" pitchFamily="34" charset="0"/>
              <a:buChar char="•"/>
            </a:pPr>
            <a:r>
              <a:rPr lang="en-US" sz="2400"/>
              <a:t>Thương mại điện tử bùng nổ → lượng đánh giá trên Shopee, Lazada, Tiki tăng vọt </a:t>
            </a:r>
          </a:p>
          <a:p>
            <a:pPr indent="-345009" algn="just">
              <a:lnSpc>
                <a:spcPct val="140000"/>
              </a:lnSpc>
              <a:buFont typeface="Arial" panose="020B0604020202020204" pitchFamily="34" charset="0"/>
              <a:buChar char="•"/>
            </a:pPr>
            <a:r>
              <a:rPr lang="en-US" sz="2400"/>
              <a:t>Review không chỉ phản ánh mức độ hài lòng mà còn cung cấp thông tin về chất lượng sản phẩm, vận chuyển, đóng gói và dịch vụ chăm sóc khách hàng </a:t>
            </a:r>
          </a:p>
          <a:p>
            <a:pPr indent="-345009" algn="just">
              <a:lnSpc>
                <a:spcPct val="140000"/>
              </a:lnSpc>
              <a:buFont typeface="Arial" panose="020B0604020202020204" pitchFamily="34" charset="0"/>
              <a:buChar char="•"/>
            </a:pPr>
            <a:r>
              <a:rPr lang="en-US" sz="2400"/>
              <a:t>Việc đọc và tổng hợp thủ công hàng ngàn bình luận tốn nhiều thời gian, dễ bỏ sót thông tin quan trọng </a:t>
            </a:r>
          </a:p>
          <a:p>
            <a:pPr indent="-345009" algn="just">
              <a:lnSpc>
                <a:spcPct val="140000"/>
              </a:lnSpc>
              <a:buFont typeface="Arial" panose="020B0604020202020204" pitchFamily="34" charset="0"/>
              <a:buChar char="•"/>
            </a:pPr>
            <a:r>
              <a:rPr lang="en-US" sz="2400"/>
              <a:t>Doanh nghiệp và người bán cần giải pháp tự động phân tích phản hồi để ra quyết định hiệu quả hơn</a:t>
            </a:r>
            <a:endParaRPr lang="vi-VN" sz="2400">
              <a:solidFill>
                <a:schemeClr val="tx1"/>
              </a:solidFill>
            </a:endParaRPr>
          </a:p>
        </p:txBody>
      </p:sp>
    </p:spTree>
    <p:extLst>
      <p:ext uri="{BB962C8B-B14F-4D97-AF65-F5344CB8AC3E}">
        <p14:creationId xmlns:p14="http://schemas.microsoft.com/office/powerpoint/2010/main" val="3260491147"/>
      </p:ext>
    </p:extLst>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B9A31D-9C60-9718-9BD4-A74A9DAF446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9078D7F-A5F6-F4A5-CAE1-BAAED593368C}"/>
              </a:ext>
            </a:extLst>
          </p:cNvPr>
          <p:cNvSpPr>
            <a:spLocks noGrp="1"/>
          </p:cNvSpPr>
          <p:nvPr>
            <p:ph type="title"/>
          </p:nvPr>
        </p:nvSpPr>
        <p:spPr/>
        <p:txBody>
          <a:bodyPr/>
          <a:lstStyle/>
          <a:p>
            <a:r>
              <a:rPr lang="en-US"/>
              <a:t>MỤC TIÊU VÀ PHẠM VI NGHIÊN CỨU</a:t>
            </a:r>
          </a:p>
        </p:txBody>
      </p:sp>
      <p:sp>
        <p:nvSpPr>
          <p:cNvPr id="3" name="Content Placeholder 2">
            <a:extLst>
              <a:ext uri="{FF2B5EF4-FFF2-40B4-BE49-F238E27FC236}">
                <a16:creationId xmlns:a16="http://schemas.microsoft.com/office/drawing/2014/main" id="{BAD70AC7-5EBF-016F-5917-8EE1D4370DF0}"/>
              </a:ext>
            </a:extLst>
          </p:cNvPr>
          <p:cNvSpPr>
            <a:spLocks noGrp="1"/>
          </p:cNvSpPr>
          <p:nvPr>
            <p:ph idx="1"/>
          </p:nvPr>
        </p:nvSpPr>
        <p:spPr>
          <a:xfrm>
            <a:off x="711200" y="914400"/>
            <a:ext cx="10760364" cy="4722845"/>
          </a:xfrm>
        </p:spPr>
        <p:txBody>
          <a:bodyPr/>
          <a:lstStyle/>
          <a:p>
            <a:pPr indent="-345009">
              <a:lnSpc>
                <a:spcPct val="140000"/>
              </a:lnSpc>
              <a:buFont typeface="Arial" panose="020B0604020202020204" pitchFamily="34" charset="0"/>
              <a:buChar char="•"/>
            </a:pPr>
            <a:r>
              <a:rPr lang="en-US" sz="2400"/>
              <a:t>Mục tiêu chính: Xây dựng hệ thống web tự động thu thập đánh giá sản phẩm và phân tích cảm xúc khách hàng </a:t>
            </a:r>
          </a:p>
          <a:p>
            <a:pPr indent="-345009">
              <a:lnSpc>
                <a:spcPct val="140000"/>
              </a:lnSpc>
              <a:buFont typeface="Arial" panose="020B0604020202020204" pitchFamily="34" charset="0"/>
              <a:buChar char="•"/>
            </a:pPr>
            <a:r>
              <a:rPr lang="en-US" sz="2400"/>
              <a:t>Các mục tiêu cụ thể: </a:t>
            </a:r>
          </a:p>
          <a:p>
            <a:pPr lvl="1" indent="-345009">
              <a:lnSpc>
                <a:spcPct val="140000"/>
              </a:lnSpc>
              <a:buFont typeface="Arial" panose="020B0604020202020204" pitchFamily="34" charset="0"/>
              <a:buChar char="•"/>
            </a:pPr>
            <a:r>
              <a:rPr lang="en-US" sz="2133"/>
              <a:t>Xây dựng module crawler thu thập review và rating từ Shopee, Lazada, Tiki </a:t>
            </a:r>
          </a:p>
          <a:p>
            <a:pPr lvl="1" indent="-345009">
              <a:lnSpc>
                <a:spcPct val="140000"/>
              </a:lnSpc>
              <a:buFont typeface="Arial" panose="020B0604020202020204" pitchFamily="34" charset="0"/>
              <a:buChar char="•"/>
            </a:pPr>
            <a:r>
              <a:rPr lang="en-US" sz="2133"/>
              <a:t>Tiền xử lý dữ liệu tiếng Việt và xây dựng mô hình phân loại 3 nhãn: Tích cực / Tiêu cực / Trung lập </a:t>
            </a:r>
          </a:p>
          <a:p>
            <a:pPr lvl="1" indent="-345009">
              <a:lnSpc>
                <a:spcPct val="140000"/>
              </a:lnSpc>
              <a:buFont typeface="Arial" panose="020B0604020202020204" pitchFamily="34" charset="0"/>
              <a:buChar char="•"/>
            </a:pPr>
            <a:r>
              <a:rPr lang="en-US" sz="2133"/>
              <a:t>Fine-tune mô hình PhoBERT cho dữ liệu tiếng Việt </a:t>
            </a:r>
          </a:p>
          <a:p>
            <a:pPr lvl="1" indent="-345009">
              <a:lnSpc>
                <a:spcPct val="140000"/>
              </a:lnSpc>
              <a:buFont typeface="Arial" panose="020B0604020202020204" pitchFamily="34" charset="0"/>
              <a:buChar char="•"/>
            </a:pPr>
            <a:r>
              <a:rPr lang="en-US" sz="2133"/>
              <a:t>Phát triển API dự đoán sentiment, dashboard thống kê và data assistant </a:t>
            </a:r>
          </a:p>
          <a:p>
            <a:pPr marL="461963" lvl="1" indent="-350838">
              <a:lnSpc>
                <a:spcPct val="140000"/>
              </a:lnSpc>
              <a:buFont typeface="Arial" panose="020B0604020202020204" pitchFamily="34" charset="0"/>
              <a:buChar char="•"/>
            </a:pPr>
            <a:r>
              <a:rPr lang="en-US" sz="2133"/>
              <a:t>Mục tiêu đánh giá: Đạt Accuracy và F1-score ≥ 85% </a:t>
            </a:r>
          </a:p>
        </p:txBody>
      </p:sp>
    </p:spTree>
    <p:extLst>
      <p:ext uri="{BB962C8B-B14F-4D97-AF65-F5344CB8AC3E}">
        <p14:creationId xmlns:p14="http://schemas.microsoft.com/office/powerpoint/2010/main" val="2723027745"/>
      </p:ext>
    </p:extLst>
  </p:cSld>
  <p:clrMapOvr>
    <a:masterClrMapping/>
  </p:clrMapOvr>
  <p:transition spd="slow">
    <p:wip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B669FE-4B57-31CA-3B40-06B65D12DD6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E189B80-96E2-9B14-9506-1D0A639220F3}"/>
              </a:ext>
            </a:extLst>
          </p:cNvPr>
          <p:cNvSpPr>
            <a:spLocks noGrp="1"/>
          </p:cNvSpPr>
          <p:nvPr>
            <p:ph type="title"/>
          </p:nvPr>
        </p:nvSpPr>
        <p:spPr/>
        <p:txBody>
          <a:bodyPr/>
          <a:lstStyle/>
          <a:p>
            <a:r>
              <a:rPr lang="en-US"/>
              <a:t>TỔNG QUAN BÀI TOÁN PHÂN TÍCH CẢM XÚC</a:t>
            </a:r>
          </a:p>
        </p:txBody>
      </p:sp>
      <p:sp>
        <p:nvSpPr>
          <p:cNvPr id="3" name="Content Placeholder 2">
            <a:extLst>
              <a:ext uri="{FF2B5EF4-FFF2-40B4-BE49-F238E27FC236}">
                <a16:creationId xmlns:a16="http://schemas.microsoft.com/office/drawing/2014/main" id="{777A54C5-815E-A8BA-0623-2DF832D7981F}"/>
              </a:ext>
            </a:extLst>
          </p:cNvPr>
          <p:cNvSpPr>
            <a:spLocks noGrp="1"/>
          </p:cNvSpPr>
          <p:nvPr>
            <p:ph idx="1"/>
          </p:nvPr>
        </p:nvSpPr>
        <p:spPr>
          <a:xfrm>
            <a:off x="711199" y="914400"/>
            <a:ext cx="10797309" cy="4978400"/>
          </a:xfrm>
        </p:spPr>
        <p:txBody>
          <a:bodyPr/>
          <a:lstStyle/>
          <a:p>
            <a:pPr indent="-345009">
              <a:lnSpc>
                <a:spcPct val="140000"/>
              </a:lnSpc>
              <a:buFont typeface="Arial" panose="020B0604020202020204" pitchFamily="34" charset="0"/>
              <a:buChar char="•"/>
            </a:pPr>
            <a:r>
              <a:rPr lang="en-US" sz="2400"/>
              <a:t>Định nghĩa: Xác định thái độ, cảm nhận của người dùng đối với sản phẩm/dịch vụ qua nội dung văn bản </a:t>
            </a:r>
          </a:p>
          <a:p>
            <a:pPr indent="-345009">
              <a:lnSpc>
                <a:spcPct val="140000"/>
              </a:lnSpc>
              <a:buFont typeface="Arial" panose="020B0604020202020204" pitchFamily="34" charset="0"/>
              <a:buChar char="•"/>
            </a:pPr>
            <a:r>
              <a:rPr lang="en-US" sz="2400"/>
              <a:t>Đầu vào: Nội dung đánh giá tiếng Việt + điểm rating Đầu ra: Nhãn cảm xúc – Positive, Negative hoặc Neutral </a:t>
            </a:r>
          </a:p>
          <a:p>
            <a:pPr indent="-345009">
              <a:lnSpc>
                <a:spcPct val="140000"/>
              </a:lnSpc>
              <a:buFont typeface="Arial" panose="020B0604020202020204" pitchFamily="34" charset="0"/>
              <a:buChar char="•"/>
            </a:pPr>
            <a:r>
              <a:rPr lang="en-US" sz="2400"/>
              <a:t>Ví dụ thực tế: </a:t>
            </a:r>
          </a:p>
          <a:p>
            <a:pPr lvl="1" indent="-345009">
              <a:lnSpc>
                <a:spcPct val="140000"/>
              </a:lnSpc>
              <a:buFont typeface="Arial" panose="020B0604020202020204" pitchFamily="34" charset="0"/>
              <a:buChar char="•"/>
            </a:pPr>
            <a:r>
              <a:rPr lang="en-US" sz="2133"/>
              <a:t>"Giao nhanh, đóng gói cẩn thận" → Positive </a:t>
            </a:r>
          </a:p>
          <a:p>
            <a:pPr lvl="1" indent="-345009">
              <a:lnSpc>
                <a:spcPct val="140000"/>
              </a:lnSpc>
              <a:buFont typeface="Arial" panose="020B0604020202020204" pitchFamily="34" charset="0"/>
              <a:buChar char="•"/>
            </a:pPr>
            <a:r>
              <a:rPr lang="en-US" sz="2133"/>
              <a:t>"Sản phẩm lỗi, không dùng được" → Negative </a:t>
            </a:r>
          </a:p>
          <a:p>
            <a:pPr lvl="1" indent="-345009">
              <a:lnSpc>
                <a:spcPct val="140000"/>
              </a:lnSpc>
              <a:buFont typeface="Arial" panose="020B0604020202020204" pitchFamily="34" charset="0"/>
              <a:buChar char="•"/>
            </a:pPr>
            <a:r>
              <a:rPr lang="en-US" sz="2133"/>
              <a:t>"Mới nhận hàng, chưa test" → Neutral </a:t>
            </a:r>
          </a:p>
          <a:p>
            <a:pPr indent="-345009">
              <a:lnSpc>
                <a:spcPct val="140000"/>
              </a:lnSpc>
              <a:buFont typeface="Arial" panose="020B0604020202020204" pitchFamily="34" charset="0"/>
              <a:buChar char="•"/>
            </a:pPr>
            <a:r>
              <a:rPr lang="en-US" sz="2400"/>
              <a:t>Chỉ số đánh giá: Accuracy, Precision, Recall, F1-score, Confusion Matrix</a:t>
            </a:r>
            <a:endParaRPr lang="vi-VN" sz="2400">
              <a:solidFill>
                <a:schemeClr val="tx1"/>
              </a:solidFill>
            </a:endParaRPr>
          </a:p>
        </p:txBody>
      </p:sp>
    </p:spTree>
    <p:extLst>
      <p:ext uri="{BB962C8B-B14F-4D97-AF65-F5344CB8AC3E}">
        <p14:creationId xmlns:p14="http://schemas.microsoft.com/office/powerpoint/2010/main" val="389060892"/>
      </p:ext>
    </p:extLst>
  </p:cSld>
  <p:clrMapOvr>
    <a:masterClrMapping/>
  </p:clrMapOvr>
  <p:transition spd="slow">
    <p:wip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262D4F-6093-E27A-1D8F-1E36A2A0F12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E5EAD48-2993-A7BA-D8C2-5F46C43A79D4}"/>
              </a:ext>
            </a:extLst>
          </p:cNvPr>
          <p:cNvSpPr>
            <a:spLocks noGrp="1"/>
          </p:cNvSpPr>
          <p:nvPr>
            <p:ph type="title"/>
          </p:nvPr>
        </p:nvSpPr>
        <p:spPr/>
        <p:txBody>
          <a:bodyPr/>
          <a:lstStyle/>
          <a:p>
            <a:r>
              <a:rPr lang="en-US"/>
              <a:t>ĐẶC TRƯNG DỮ LIỆU TIẾNG VIỆT</a:t>
            </a:r>
          </a:p>
        </p:txBody>
      </p:sp>
      <p:sp>
        <p:nvSpPr>
          <p:cNvPr id="3" name="Content Placeholder 2">
            <a:extLst>
              <a:ext uri="{FF2B5EF4-FFF2-40B4-BE49-F238E27FC236}">
                <a16:creationId xmlns:a16="http://schemas.microsoft.com/office/drawing/2014/main" id="{8EADDD0C-F2C6-6FCF-9CE4-DBB7D8D1BE0A}"/>
              </a:ext>
            </a:extLst>
          </p:cNvPr>
          <p:cNvSpPr>
            <a:spLocks noGrp="1"/>
          </p:cNvSpPr>
          <p:nvPr>
            <p:ph idx="1"/>
          </p:nvPr>
        </p:nvSpPr>
        <p:spPr>
          <a:xfrm>
            <a:off x="711199" y="914400"/>
            <a:ext cx="11231419" cy="4722845"/>
          </a:xfrm>
        </p:spPr>
        <p:txBody>
          <a:bodyPr/>
          <a:lstStyle/>
          <a:p>
            <a:pPr indent="-345009">
              <a:lnSpc>
                <a:spcPct val="140000"/>
              </a:lnSpc>
              <a:buFont typeface="Arial" panose="020B0604020202020204" pitchFamily="34" charset="0"/>
              <a:buChar char="•"/>
            </a:pPr>
            <a:r>
              <a:rPr lang="en-US" sz="2400"/>
              <a:t>Từ ghép nhiều âm tiết: "sản phẩm", "giao hàng", "chăm sóc khách hàng" – cần tách từ chính xác </a:t>
            </a:r>
          </a:p>
          <a:p>
            <a:pPr indent="-345009">
              <a:lnSpc>
                <a:spcPct val="140000"/>
              </a:lnSpc>
              <a:buFont typeface="Arial" panose="020B0604020202020204" pitchFamily="34" charset="0"/>
              <a:buChar char="•"/>
            </a:pPr>
            <a:r>
              <a:rPr lang="en-US" sz="2400"/>
              <a:t>Ngôn ngữ phi chuẩn: Teencode (sp, ko, okela), viết tắt, emoji, ký tự kéo dài</a:t>
            </a:r>
          </a:p>
          <a:p>
            <a:pPr indent="-345009">
              <a:lnSpc>
                <a:spcPct val="140000"/>
              </a:lnSpc>
              <a:buFont typeface="Arial" panose="020B0604020202020204" pitchFamily="34" charset="0"/>
              <a:buChar char="•"/>
            </a:pPr>
            <a:r>
              <a:rPr lang="en-US" sz="2400"/>
              <a:t>Đánh giá trái chiều trong cùng một câu: "đóng gói đẹp nhưng máy chạy nóng" </a:t>
            </a:r>
          </a:p>
          <a:p>
            <a:pPr indent="-345009">
              <a:lnSpc>
                <a:spcPct val="140000"/>
              </a:lnSpc>
              <a:buFont typeface="Arial" panose="020B0604020202020204" pitchFamily="34" charset="0"/>
              <a:buChar char="•"/>
            </a:pPr>
            <a:r>
              <a:rPr lang="en-US" sz="2400"/>
              <a:t>Lời mỉa mai, nói giảm nói tránh: "giao cũng nhanh, mỗi tội thiếu luôn phụ kiện" </a:t>
            </a:r>
          </a:p>
          <a:p>
            <a:pPr indent="-345009">
              <a:lnSpc>
                <a:spcPct val="140000"/>
              </a:lnSpc>
              <a:buFont typeface="Arial" panose="020B0604020202020204" pitchFamily="34" charset="0"/>
              <a:buChar char="•"/>
            </a:pPr>
            <a:r>
              <a:rPr lang="en-US" sz="2400"/>
              <a:t>Rating mâu thuẫn với nội dung: Cho 5 sao nhưng viết "shop giao thiếu dây, cần đổi lại"</a:t>
            </a:r>
            <a:endParaRPr lang="vi-VN" sz="2400">
              <a:solidFill>
                <a:schemeClr val="tx1"/>
              </a:solidFill>
            </a:endParaRPr>
          </a:p>
        </p:txBody>
      </p:sp>
    </p:spTree>
    <p:extLst>
      <p:ext uri="{BB962C8B-B14F-4D97-AF65-F5344CB8AC3E}">
        <p14:creationId xmlns:p14="http://schemas.microsoft.com/office/powerpoint/2010/main" val="1201577152"/>
      </p:ext>
    </p:extLst>
  </p:cSld>
  <p:clrMapOvr>
    <a:masterClrMapping/>
  </p:clrMapOvr>
  <p:transition spd="slow">
    <p:wip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450E65-E784-D42C-8166-750DBA8376F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7F5799D-ADE0-6B9B-E9C8-16557609E23F}"/>
              </a:ext>
            </a:extLst>
          </p:cNvPr>
          <p:cNvSpPr>
            <a:spLocks noGrp="1"/>
          </p:cNvSpPr>
          <p:nvPr>
            <p:ph type="title"/>
          </p:nvPr>
        </p:nvSpPr>
        <p:spPr/>
        <p:txBody>
          <a:bodyPr/>
          <a:lstStyle/>
          <a:p>
            <a:r>
              <a:rPr lang="en-US"/>
              <a:t>CÁC HƯỚNG TIẾP CẬN MÔ HÌNH</a:t>
            </a:r>
          </a:p>
        </p:txBody>
      </p:sp>
      <p:graphicFrame>
        <p:nvGraphicFramePr>
          <p:cNvPr id="5" name="Content Placeholder 4">
            <a:extLst>
              <a:ext uri="{FF2B5EF4-FFF2-40B4-BE49-F238E27FC236}">
                <a16:creationId xmlns:a16="http://schemas.microsoft.com/office/drawing/2014/main" id="{93B52E16-2DAF-BEBD-A62E-229E51DC8CF8}"/>
              </a:ext>
            </a:extLst>
          </p:cNvPr>
          <p:cNvGraphicFramePr>
            <a:graphicFrameLocks noGrp="1"/>
          </p:cNvGraphicFramePr>
          <p:nvPr>
            <p:ph idx="1"/>
            <p:extLst>
              <p:ext uri="{D42A27DB-BD31-4B8C-83A1-F6EECF244321}">
                <p14:modId xmlns:p14="http://schemas.microsoft.com/office/powerpoint/2010/main" val="598862953"/>
              </p:ext>
            </p:extLst>
          </p:nvPr>
        </p:nvGraphicFramePr>
        <p:xfrm>
          <a:off x="1339274" y="923635"/>
          <a:ext cx="9568875" cy="3980870"/>
        </p:xfrm>
        <a:graphic>
          <a:graphicData uri="http://schemas.openxmlformats.org/drawingml/2006/table">
            <a:tbl>
              <a:tblPr>
                <a:tableStyleId>{5C22544A-7EE6-4342-B048-85BDC9FD1C3A}</a:tableStyleId>
              </a:tblPr>
              <a:tblGrid>
                <a:gridCol w="1913775">
                  <a:extLst>
                    <a:ext uri="{9D8B030D-6E8A-4147-A177-3AD203B41FA5}">
                      <a16:colId xmlns:a16="http://schemas.microsoft.com/office/drawing/2014/main" val="291351982"/>
                    </a:ext>
                  </a:extLst>
                </a:gridCol>
                <a:gridCol w="1913775">
                  <a:extLst>
                    <a:ext uri="{9D8B030D-6E8A-4147-A177-3AD203B41FA5}">
                      <a16:colId xmlns:a16="http://schemas.microsoft.com/office/drawing/2014/main" val="3920813632"/>
                    </a:ext>
                  </a:extLst>
                </a:gridCol>
                <a:gridCol w="1913775">
                  <a:extLst>
                    <a:ext uri="{9D8B030D-6E8A-4147-A177-3AD203B41FA5}">
                      <a16:colId xmlns:a16="http://schemas.microsoft.com/office/drawing/2014/main" val="2815020455"/>
                    </a:ext>
                  </a:extLst>
                </a:gridCol>
                <a:gridCol w="1913775">
                  <a:extLst>
                    <a:ext uri="{9D8B030D-6E8A-4147-A177-3AD203B41FA5}">
                      <a16:colId xmlns:a16="http://schemas.microsoft.com/office/drawing/2014/main" val="3678132625"/>
                    </a:ext>
                  </a:extLst>
                </a:gridCol>
                <a:gridCol w="1913775">
                  <a:extLst>
                    <a:ext uri="{9D8B030D-6E8A-4147-A177-3AD203B41FA5}">
                      <a16:colId xmlns:a16="http://schemas.microsoft.com/office/drawing/2014/main" val="1395595552"/>
                    </a:ext>
                  </a:extLst>
                </a:gridCol>
              </a:tblGrid>
              <a:tr h="726845">
                <a:tc>
                  <a:txBody>
                    <a:bodyPr/>
                    <a:lstStyle/>
                    <a:p>
                      <a:pPr algn="ctr" fontAlgn="ctr">
                        <a:buNone/>
                      </a:pPr>
                      <a:r>
                        <a:rPr lang="en-US" sz="1800" b="1" u="none" strike="noStrike">
                          <a:effectLst/>
                        </a:rPr>
                        <a:t>Hướng tiếp cận</a:t>
                      </a:r>
                      <a:endParaRPr lang="en-US" sz="1800" b="1" i="0" u="none" strike="noStrike">
                        <a:solidFill>
                          <a:srgbClr val="000000"/>
                        </a:solidFill>
                        <a:effectLst/>
                        <a:latin typeface="Calibri" panose="020F050202020403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fontAlgn="ctr">
                        <a:buNone/>
                      </a:pPr>
                      <a:r>
                        <a:rPr lang="en-US" sz="1800" b="1" u="none" strike="noStrike">
                          <a:effectLst/>
                        </a:rPr>
                        <a:t>Mô hình</a:t>
                      </a:r>
                      <a:endParaRPr lang="en-US" sz="1800" b="1" i="0" u="none" strike="noStrike">
                        <a:solidFill>
                          <a:srgbClr val="000000"/>
                        </a:solidFill>
                        <a:effectLst/>
                        <a:latin typeface="Calibri" panose="020F050202020403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fontAlgn="ctr">
                        <a:buNone/>
                      </a:pPr>
                      <a:r>
                        <a:rPr lang="en-US" sz="1800" b="1" u="none" strike="noStrike">
                          <a:effectLst/>
                        </a:rPr>
                        <a:t>Ưu điểm</a:t>
                      </a:r>
                      <a:endParaRPr lang="en-US" sz="1800" b="1" i="0" u="none" strike="noStrike">
                        <a:solidFill>
                          <a:srgbClr val="000000"/>
                        </a:solidFill>
                        <a:effectLst/>
                        <a:latin typeface="Calibri" panose="020F050202020403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fontAlgn="ctr">
                        <a:buNone/>
                      </a:pPr>
                      <a:r>
                        <a:rPr lang="en-US" sz="1800" b="1" u="none" strike="noStrike">
                          <a:effectLst/>
                        </a:rPr>
                        <a:t>Hạn chế</a:t>
                      </a:r>
                      <a:endParaRPr lang="en-US" sz="1800" b="1" i="0" u="none" strike="noStrike">
                        <a:solidFill>
                          <a:srgbClr val="000000"/>
                        </a:solidFill>
                        <a:effectLst/>
                        <a:latin typeface="Calibri" panose="020F050202020403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fontAlgn="ctr">
                        <a:buNone/>
                      </a:pPr>
                      <a:r>
                        <a:rPr lang="en-US" sz="1800" b="1" u="none" strike="noStrike">
                          <a:effectLst/>
                        </a:rPr>
                        <a:t>Vai trò</a:t>
                      </a:r>
                      <a:endParaRPr lang="en-US" sz="1800" b="1" i="0" u="none" strike="noStrike">
                        <a:solidFill>
                          <a:srgbClr val="000000"/>
                        </a:solidFill>
                        <a:effectLst/>
                        <a:latin typeface="Calibri" panose="020F050202020403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3038096683"/>
                  </a:ext>
                </a:extLst>
              </a:tr>
              <a:tr h="1084675">
                <a:tc>
                  <a:txBody>
                    <a:bodyPr/>
                    <a:lstStyle/>
                    <a:p>
                      <a:pPr algn="ctr" fontAlgn="ctr">
                        <a:buNone/>
                      </a:pPr>
                      <a:r>
                        <a:rPr lang="en-US" sz="1800" u="none" strike="noStrike">
                          <a:effectLst/>
                        </a:rPr>
                        <a:t>ML truyền thống</a:t>
                      </a:r>
                      <a:endParaRPr lang="en-US" sz="1800" b="0" i="0" u="none" strike="noStrike">
                        <a:solidFill>
                          <a:srgbClr val="000000"/>
                        </a:solidFill>
                        <a:effectLst/>
                        <a:latin typeface="Calibri" panose="020F050202020403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800" u="none" strike="noStrike">
                          <a:effectLst/>
                        </a:rPr>
                        <a:t>TF-IDF + SVM/LR/RF</a:t>
                      </a:r>
                      <a:endParaRPr lang="en-US" sz="1800" b="0" i="0" u="none" strike="noStrike">
                        <a:solidFill>
                          <a:srgbClr val="000000"/>
                        </a:solidFill>
                        <a:effectLst/>
                        <a:latin typeface="Calibri" panose="020F050202020403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800" u="none" strike="noStrike">
                          <a:effectLst/>
                        </a:rPr>
                        <a:t>Nhanh, dễ giải thích</a:t>
                      </a:r>
                      <a:endParaRPr lang="en-US" sz="1800" b="0" i="0" u="none" strike="noStrike">
                        <a:solidFill>
                          <a:srgbClr val="000000"/>
                        </a:solidFill>
                        <a:effectLst/>
                        <a:latin typeface="Calibri" panose="020F050202020403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800" u="none" strike="noStrike">
                          <a:effectLst/>
                        </a:rPr>
                        <a:t>Không hiểu ngữ cảnh, phủ định</a:t>
                      </a:r>
                      <a:endParaRPr lang="en-US" sz="1800" b="0" i="0" u="none" strike="noStrike">
                        <a:solidFill>
                          <a:srgbClr val="000000"/>
                        </a:solidFill>
                        <a:effectLst/>
                        <a:latin typeface="Calibri" panose="020F050202020403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800" u="none" strike="noStrike">
                          <a:effectLst/>
                        </a:rPr>
                        <a:t>Baseline</a:t>
                      </a:r>
                      <a:endParaRPr lang="en-US" sz="1800" b="0" i="0" u="none" strike="noStrike">
                        <a:solidFill>
                          <a:srgbClr val="000000"/>
                        </a:solidFill>
                        <a:effectLst/>
                        <a:latin typeface="Calibri" panose="020F050202020403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78784090"/>
                  </a:ext>
                </a:extLst>
              </a:tr>
              <a:tr h="1084675">
                <a:tc>
                  <a:txBody>
                    <a:bodyPr/>
                    <a:lstStyle/>
                    <a:p>
                      <a:pPr algn="ctr" fontAlgn="ctr">
                        <a:buNone/>
                      </a:pPr>
                      <a:r>
                        <a:rPr lang="en-US" sz="1800" u="none" strike="noStrike">
                          <a:effectLst/>
                        </a:rPr>
                        <a:t>Học sâu tuần tự</a:t>
                      </a:r>
                      <a:endParaRPr lang="en-US" sz="1800" b="0" i="0" u="none" strike="noStrike">
                        <a:solidFill>
                          <a:srgbClr val="000000"/>
                        </a:solidFill>
                        <a:effectLst/>
                        <a:latin typeface="Calibri" panose="020F050202020403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800" u="none" strike="noStrike">
                          <a:effectLst/>
                        </a:rPr>
                        <a:t>LSTM / BiLSTM</a:t>
                      </a:r>
                      <a:endParaRPr lang="en-US" sz="1800" b="0" i="0" u="none" strike="noStrike">
                        <a:solidFill>
                          <a:srgbClr val="000000"/>
                        </a:solidFill>
                        <a:effectLst/>
                        <a:latin typeface="Calibri" panose="020F050202020403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800" u="none" strike="noStrike">
                          <a:effectLst/>
                        </a:rPr>
                        <a:t>Học được thứ tự từ, mệnh đề</a:t>
                      </a:r>
                      <a:endParaRPr lang="en-US" sz="1800" b="0" i="0" u="none" strike="noStrike">
                        <a:solidFill>
                          <a:srgbClr val="000000"/>
                        </a:solidFill>
                        <a:effectLst/>
                        <a:latin typeface="Calibri" panose="020F050202020403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800" u="none" strike="noStrike">
                          <a:effectLst/>
                        </a:rPr>
                        <a:t>Cần nhiều dữ liệu, dễ overfit</a:t>
                      </a:r>
                      <a:endParaRPr lang="en-US" sz="1800" b="0" i="0" u="none" strike="noStrike">
                        <a:solidFill>
                          <a:srgbClr val="000000"/>
                        </a:solidFill>
                        <a:effectLst/>
                        <a:latin typeface="Calibri" panose="020F050202020403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800" u="none" strike="noStrike">
                          <a:effectLst/>
                        </a:rPr>
                        <a:t>Mốc trung gian</a:t>
                      </a:r>
                      <a:endParaRPr lang="en-US" sz="1800" b="0" i="0" u="none" strike="noStrike">
                        <a:solidFill>
                          <a:srgbClr val="000000"/>
                        </a:solidFill>
                        <a:effectLst/>
                        <a:latin typeface="Calibri" panose="020F050202020403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79590485"/>
                  </a:ext>
                </a:extLst>
              </a:tr>
              <a:tr h="1084675">
                <a:tc>
                  <a:txBody>
                    <a:bodyPr/>
                    <a:lstStyle/>
                    <a:p>
                      <a:pPr algn="ctr" fontAlgn="ctr">
                        <a:buNone/>
                      </a:pPr>
                      <a:r>
                        <a:rPr lang="en-US" sz="1800" u="none" strike="noStrike">
                          <a:effectLst/>
                        </a:rPr>
                        <a:t>Transformer</a:t>
                      </a:r>
                      <a:endParaRPr lang="en-US" sz="1800" b="0" i="0" u="none" strike="noStrike">
                        <a:solidFill>
                          <a:srgbClr val="000000"/>
                        </a:solidFill>
                        <a:effectLst/>
                        <a:latin typeface="Calibri" panose="020F050202020403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800" u="none" strike="noStrike">
                          <a:effectLst/>
                        </a:rPr>
                        <a:t>PhoBERT</a:t>
                      </a:r>
                      <a:endParaRPr lang="en-US" sz="1800" b="0" i="0" u="none" strike="noStrike">
                        <a:solidFill>
                          <a:srgbClr val="000000"/>
                        </a:solidFill>
                        <a:effectLst/>
                        <a:latin typeface="Calibri" panose="020F050202020403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800" u="none" strike="noStrike">
                          <a:effectLst/>
                        </a:rPr>
                        <a:t>Hiểu ngữ cảnh tiếng Việt tốt nhất</a:t>
                      </a:r>
                      <a:endParaRPr lang="en-US" sz="1800" b="0" i="0" u="none" strike="noStrike">
                        <a:solidFill>
                          <a:srgbClr val="000000"/>
                        </a:solidFill>
                        <a:effectLst/>
                        <a:latin typeface="Calibri" panose="020F050202020403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800" u="none" strike="noStrike">
                          <a:effectLst/>
                        </a:rPr>
                        <a:t>Cần GPU, pipeline nhất quán</a:t>
                      </a:r>
                      <a:endParaRPr lang="en-US" sz="1800" b="0" i="0" u="none" strike="noStrike">
                        <a:solidFill>
                          <a:srgbClr val="000000"/>
                        </a:solidFill>
                        <a:effectLst/>
                        <a:latin typeface="Calibri" panose="020F050202020403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800" u="none" strike="noStrike">
                          <a:effectLst/>
                        </a:rPr>
                        <a:t>Mô hình chính</a:t>
                      </a:r>
                      <a:endParaRPr lang="en-US" sz="1800" b="1" i="0" u="none" strike="noStrike">
                        <a:solidFill>
                          <a:srgbClr val="000000"/>
                        </a:solidFill>
                        <a:effectLst/>
                        <a:latin typeface="Calibri" panose="020F050202020403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51591960"/>
                  </a:ext>
                </a:extLst>
              </a:tr>
            </a:tbl>
          </a:graphicData>
        </a:graphic>
      </p:graphicFrame>
    </p:spTree>
    <p:extLst>
      <p:ext uri="{BB962C8B-B14F-4D97-AF65-F5344CB8AC3E}">
        <p14:creationId xmlns:p14="http://schemas.microsoft.com/office/powerpoint/2010/main" val="3875357056"/>
      </p:ext>
    </p:extLst>
  </p:cSld>
  <p:clrMapOvr>
    <a:masterClrMapping/>
  </p:clrMapOvr>
  <p:transition spd="slow">
    <p:wip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C65882-F2B7-F5A9-AD16-A6A14BA29CF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EBA91B1-D366-C327-CA2C-8877B6995185}"/>
              </a:ext>
            </a:extLst>
          </p:cNvPr>
          <p:cNvSpPr>
            <a:spLocks noGrp="1"/>
          </p:cNvSpPr>
          <p:nvPr>
            <p:ph type="title"/>
          </p:nvPr>
        </p:nvSpPr>
        <p:spPr/>
        <p:txBody>
          <a:bodyPr/>
          <a:lstStyle/>
          <a:p>
            <a:r>
              <a:rPr lang="en-US"/>
              <a:t>THU THẬP DỮ LIỆU</a:t>
            </a:r>
          </a:p>
        </p:txBody>
      </p:sp>
      <p:sp>
        <p:nvSpPr>
          <p:cNvPr id="3" name="Content Placeholder 2">
            <a:extLst>
              <a:ext uri="{FF2B5EF4-FFF2-40B4-BE49-F238E27FC236}">
                <a16:creationId xmlns:a16="http://schemas.microsoft.com/office/drawing/2014/main" id="{B2016871-732D-4FEE-ACA9-FA1C1307B4F9}"/>
              </a:ext>
            </a:extLst>
          </p:cNvPr>
          <p:cNvSpPr>
            <a:spLocks noGrp="1"/>
          </p:cNvSpPr>
          <p:nvPr>
            <p:ph idx="1"/>
          </p:nvPr>
        </p:nvSpPr>
        <p:spPr>
          <a:xfrm>
            <a:off x="711199" y="914400"/>
            <a:ext cx="11028219" cy="5107709"/>
          </a:xfrm>
        </p:spPr>
        <p:txBody>
          <a:bodyPr/>
          <a:lstStyle/>
          <a:p>
            <a:pPr indent="-345009">
              <a:lnSpc>
                <a:spcPct val="140000"/>
              </a:lnSpc>
              <a:buFont typeface="Arial" panose="020B0604020202020204" pitchFamily="34" charset="0"/>
              <a:buChar char="•"/>
            </a:pPr>
            <a:r>
              <a:rPr lang="en-US" sz="2400"/>
              <a:t>Nguồn dữ liệu: Review thực tế từ 3 sàn Shopee, Lazada, Tiki + dữ liệu công khai (UIT-VSFC, UIT-ViSFD) </a:t>
            </a:r>
          </a:p>
          <a:p>
            <a:pPr indent="-345009">
              <a:lnSpc>
                <a:spcPct val="140000"/>
              </a:lnSpc>
              <a:buFont typeface="Arial" panose="020B0604020202020204" pitchFamily="34" charset="0"/>
              <a:buChar char="•"/>
            </a:pPr>
            <a:r>
              <a:rPr lang="en-US" sz="2400"/>
              <a:t>Thách thức kỹ thuật: </a:t>
            </a:r>
          </a:p>
          <a:p>
            <a:pPr lvl="1" indent="-345009">
              <a:lnSpc>
                <a:spcPct val="140000"/>
              </a:lnSpc>
              <a:buFont typeface="Arial" panose="020B0604020202020204" pitchFamily="34" charset="0"/>
              <a:buChar char="•"/>
            </a:pPr>
            <a:r>
              <a:rPr lang="en-US"/>
              <a:t>Nội dung review tải động bằng JavaScript, không có trong HTML gốc </a:t>
            </a:r>
          </a:p>
          <a:p>
            <a:pPr lvl="1" indent="-345009">
              <a:lnSpc>
                <a:spcPct val="140000"/>
              </a:lnSpc>
              <a:buFont typeface="Arial" panose="020B0604020202020204" pitchFamily="34" charset="0"/>
              <a:buChar char="•"/>
            </a:pPr>
            <a:r>
              <a:rPr lang="en-US"/>
              <a:t>Một số sàn dùng API nội bộ kèm token, cookie, cơ chế giới hạn tần suất </a:t>
            </a:r>
          </a:p>
          <a:p>
            <a:pPr indent="-345009">
              <a:lnSpc>
                <a:spcPct val="140000"/>
              </a:lnSpc>
              <a:buFont typeface="Arial" panose="020B0604020202020204" pitchFamily="34" charset="0"/>
              <a:buChar char="•"/>
            </a:pPr>
            <a:r>
              <a:rPr lang="en-US" sz="2400"/>
              <a:t>Giải pháp: Playwright (điều khiển trình duyệt, theo dõi network) + HTTPx (gọi API trực tiếp khi có thể) </a:t>
            </a:r>
          </a:p>
          <a:p>
            <a:pPr indent="-345009">
              <a:lnSpc>
                <a:spcPct val="140000"/>
              </a:lnSpc>
              <a:buFont typeface="Arial" panose="020B0604020202020204" pitchFamily="34" charset="0"/>
              <a:buChar char="•"/>
            </a:pPr>
            <a:r>
              <a:rPr lang="en-US" sz="2400"/>
              <a:t>Schema chuẩn hóa: review_id, product_id, platform, rating, content, created_at, variation, images, helpful_count</a:t>
            </a:r>
            <a:endParaRPr lang="vi-VN" sz="2400">
              <a:solidFill>
                <a:schemeClr val="tx1"/>
              </a:solidFill>
            </a:endParaRPr>
          </a:p>
        </p:txBody>
      </p:sp>
    </p:spTree>
    <p:extLst>
      <p:ext uri="{BB962C8B-B14F-4D97-AF65-F5344CB8AC3E}">
        <p14:creationId xmlns:p14="http://schemas.microsoft.com/office/powerpoint/2010/main" val="2632615975"/>
      </p:ext>
    </p:extLst>
  </p:cSld>
  <p:clrMapOvr>
    <a:masterClrMapping/>
  </p:clrMapOvr>
  <p:transition spd="slow">
    <p:wip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EE834D-BA5B-25BC-341E-709CB9AB752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16C1ADA-633E-484E-B9A5-D06296EE998C}"/>
              </a:ext>
            </a:extLst>
          </p:cNvPr>
          <p:cNvSpPr>
            <a:spLocks noGrp="1"/>
          </p:cNvSpPr>
          <p:nvPr>
            <p:ph type="title"/>
          </p:nvPr>
        </p:nvSpPr>
        <p:spPr/>
        <p:txBody>
          <a:bodyPr/>
          <a:lstStyle/>
          <a:p>
            <a:r>
              <a:rPr lang="en-US"/>
              <a:t>TIỀN XỬ LÝ VĂN BẢN TIẾNG VIỆT</a:t>
            </a:r>
          </a:p>
        </p:txBody>
      </p:sp>
      <p:sp>
        <p:nvSpPr>
          <p:cNvPr id="3" name="Content Placeholder 2">
            <a:extLst>
              <a:ext uri="{FF2B5EF4-FFF2-40B4-BE49-F238E27FC236}">
                <a16:creationId xmlns:a16="http://schemas.microsoft.com/office/drawing/2014/main" id="{01213E7D-57EF-4E7F-DCBC-CAA2298D5CA7}"/>
              </a:ext>
            </a:extLst>
          </p:cNvPr>
          <p:cNvSpPr>
            <a:spLocks noGrp="1"/>
          </p:cNvSpPr>
          <p:nvPr>
            <p:ph idx="1"/>
          </p:nvPr>
        </p:nvSpPr>
        <p:spPr>
          <a:xfrm>
            <a:off x="711199" y="914400"/>
            <a:ext cx="11000510" cy="4722845"/>
          </a:xfrm>
        </p:spPr>
        <p:txBody>
          <a:bodyPr/>
          <a:lstStyle/>
          <a:p>
            <a:pPr indent="-345009">
              <a:lnSpc>
                <a:spcPct val="140000"/>
              </a:lnSpc>
              <a:buFont typeface="Arial" panose="020B0604020202020204" pitchFamily="34" charset="0"/>
              <a:buChar char="•"/>
            </a:pPr>
            <a:r>
              <a:rPr lang="en-US" sz="2400"/>
              <a:t>Nguyên tắc "vừa đủ": Làm sạch nhiễu nhưng KHÔNG làm mất sắc thái cảm xúc tự nhiên </a:t>
            </a:r>
          </a:p>
          <a:p>
            <a:pPr lvl="1" indent="-345009">
              <a:lnSpc>
                <a:spcPct val="140000"/>
              </a:lnSpc>
              <a:buFont typeface="Arial" panose="020B0604020202020204" pitchFamily="34" charset="0"/>
              <a:buChar char="•"/>
            </a:pPr>
            <a:r>
              <a:rPr lang="en-US" sz="2100"/>
              <a:t>Bước 1 – Lọc bỏ: Bản ghi rỗng, trùng lặp, chỉ chứa ký tự vô nghĩa, lỗi HTML </a:t>
            </a:r>
          </a:p>
          <a:p>
            <a:pPr lvl="1" indent="-345009">
              <a:lnSpc>
                <a:spcPct val="140000"/>
              </a:lnSpc>
              <a:buFont typeface="Arial" panose="020B0604020202020204" pitchFamily="34" charset="0"/>
              <a:buChar char="•"/>
            </a:pPr>
            <a:r>
              <a:rPr lang="en-US" sz="2100"/>
              <a:t>Bước 2 – Chuẩn hóa: Chữ thường, khoảng trắng, Unicode, lỗi gõ phím phổ biến </a:t>
            </a:r>
          </a:p>
          <a:p>
            <a:pPr lvl="1" indent="-345009">
              <a:lnSpc>
                <a:spcPct val="140000"/>
              </a:lnSpc>
              <a:buFont typeface="Arial" panose="020B0604020202020204" pitchFamily="34" charset="0"/>
              <a:buChar char="•"/>
            </a:pPr>
            <a:r>
              <a:rPr lang="en-US" sz="2100"/>
              <a:t>Bước 3 – Xử lý có chọn lọc: "áo xinhhh, vải mát ghêee" → "áo xinh, vải mát ghê“, "ko giống hình" → “không giống hình”</a:t>
            </a:r>
          </a:p>
          <a:p>
            <a:pPr indent="-345009">
              <a:lnSpc>
                <a:spcPct val="140000"/>
              </a:lnSpc>
              <a:buFont typeface="Arial" panose="020B0604020202020204" pitchFamily="34" charset="0"/>
              <a:buChar char="•"/>
            </a:pPr>
            <a:r>
              <a:rPr lang="en-US" sz="2400"/>
              <a:t>Lưu ý quan trọng: Từ phủ định "không", "chưa", "chẳng" KHÔNG được loại bỏ chúng đảo ngược cảm xúc. </a:t>
            </a:r>
          </a:p>
          <a:p>
            <a:pPr indent="-345009">
              <a:lnSpc>
                <a:spcPct val="140000"/>
              </a:lnSpc>
              <a:buFont typeface="Arial" panose="020B0604020202020204" pitchFamily="34" charset="0"/>
              <a:buChar char="•"/>
            </a:pPr>
            <a:r>
              <a:rPr lang="en-US" sz="2400"/>
              <a:t>Lưu song song content raw và content clean để truy vết lỗi</a:t>
            </a:r>
            <a:endParaRPr lang="vi-VN" sz="2400">
              <a:solidFill>
                <a:schemeClr val="tx1"/>
              </a:solidFill>
            </a:endParaRPr>
          </a:p>
        </p:txBody>
      </p:sp>
    </p:spTree>
    <p:extLst>
      <p:ext uri="{BB962C8B-B14F-4D97-AF65-F5344CB8AC3E}">
        <p14:creationId xmlns:p14="http://schemas.microsoft.com/office/powerpoint/2010/main" val="379629108"/>
      </p:ext>
    </p:extLst>
  </p:cSld>
  <p:clrMapOvr>
    <a:masterClrMapping/>
  </p:clrMapOvr>
  <p:transition spd="slow">
    <p:wip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77723E-9988-1B7B-6C01-F9CC56C2251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77853D5-9122-386E-F438-E529F136442A}"/>
              </a:ext>
            </a:extLst>
          </p:cNvPr>
          <p:cNvSpPr>
            <a:spLocks noGrp="1"/>
          </p:cNvSpPr>
          <p:nvPr>
            <p:ph type="title"/>
          </p:nvPr>
        </p:nvSpPr>
        <p:spPr/>
        <p:txBody>
          <a:bodyPr/>
          <a:lstStyle/>
          <a:p>
            <a:r>
              <a:rPr lang="en-US"/>
              <a:t>KIẾN TRÚC HỆ THỐNG TỔNG THỂ</a:t>
            </a:r>
          </a:p>
        </p:txBody>
      </p:sp>
      <p:graphicFrame>
        <p:nvGraphicFramePr>
          <p:cNvPr id="4" name="Content Placeholder 3">
            <a:extLst>
              <a:ext uri="{FF2B5EF4-FFF2-40B4-BE49-F238E27FC236}">
                <a16:creationId xmlns:a16="http://schemas.microsoft.com/office/drawing/2014/main" id="{2CBC03E5-B7F7-F625-CC41-5E7EBE775C8A}"/>
              </a:ext>
            </a:extLst>
          </p:cNvPr>
          <p:cNvGraphicFramePr>
            <a:graphicFrameLocks noGrp="1"/>
          </p:cNvGraphicFramePr>
          <p:nvPr>
            <p:ph idx="1"/>
            <p:extLst>
              <p:ext uri="{D42A27DB-BD31-4B8C-83A1-F6EECF244321}">
                <p14:modId xmlns:p14="http://schemas.microsoft.com/office/powerpoint/2010/main" val="771852140"/>
              </p:ext>
            </p:extLst>
          </p:nvPr>
        </p:nvGraphicFramePr>
        <p:xfrm>
          <a:off x="609600" y="872481"/>
          <a:ext cx="10972800" cy="4806312"/>
        </p:xfrm>
        <a:graphic>
          <a:graphicData uri="http://schemas.openxmlformats.org/drawingml/2006/table">
            <a:tbl>
              <a:tblPr/>
              <a:tblGrid>
                <a:gridCol w="2743200">
                  <a:extLst>
                    <a:ext uri="{9D8B030D-6E8A-4147-A177-3AD203B41FA5}">
                      <a16:colId xmlns:a16="http://schemas.microsoft.com/office/drawing/2014/main" val="2508827377"/>
                    </a:ext>
                  </a:extLst>
                </a:gridCol>
                <a:gridCol w="2743200">
                  <a:extLst>
                    <a:ext uri="{9D8B030D-6E8A-4147-A177-3AD203B41FA5}">
                      <a16:colId xmlns:a16="http://schemas.microsoft.com/office/drawing/2014/main" val="261215111"/>
                    </a:ext>
                  </a:extLst>
                </a:gridCol>
                <a:gridCol w="2743200">
                  <a:extLst>
                    <a:ext uri="{9D8B030D-6E8A-4147-A177-3AD203B41FA5}">
                      <a16:colId xmlns:a16="http://schemas.microsoft.com/office/drawing/2014/main" val="3235442440"/>
                    </a:ext>
                  </a:extLst>
                </a:gridCol>
                <a:gridCol w="2743200">
                  <a:extLst>
                    <a:ext uri="{9D8B030D-6E8A-4147-A177-3AD203B41FA5}">
                      <a16:colId xmlns:a16="http://schemas.microsoft.com/office/drawing/2014/main" val="3632657944"/>
                    </a:ext>
                  </a:extLst>
                </a:gridCol>
              </a:tblGrid>
              <a:tr h="238526">
                <a:tc>
                  <a:txBody>
                    <a:bodyPr/>
                    <a:lstStyle/>
                    <a:p>
                      <a:pPr algn="ctr">
                        <a:buNone/>
                      </a:pPr>
                      <a:r>
                        <a:rPr lang="en-US" sz="1800" b="1"/>
                        <a:t>Thành phần</a:t>
                      </a:r>
                    </a:p>
                  </a:txBody>
                  <a:tcPr marL="47705" marR="47705" marT="23853" marB="2385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a:buNone/>
                      </a:pPr>
                      <a:r>
                        <a:rPr lang="en-US" sz="1800" b="1"/>
                        <a:t>Công nghệ</a:t>
                      </a:r>
                    </a:p>
                  </a:txBody>
                  <a:tcPr marL="47705" marR="47705" marT="23853" marB="2385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a:buNone/>
                      </a:pPr>
                      <a:r>
                        <a:rPr lang="en-US" sz="1800" b="1"/>
                        <a:t>Chức năng</a:t>
                      </a:r>
                    </a:p>
                  </a:txBody>
                  <a:tcPr marL="47705" marR="47705" marT="23853" marB="2385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a:buNone/>
                      </a:pPr>
                      <a:r>
                        <a:rPr lang="en-US" sz="1800" b="1"/>
                        <a:t>Lý do chọn</a:t>
                      </a:r>
                    </a:p>
                  </a:txBody>
                  <a:tcPr marL="47705" marR="47705" marT="23853" marB="2385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1899685971"/>
                  </a:ext>
                </a:extLst>
              </a:tr>
              <a:tr h="620167">
                <a:tc>
                  <a:txBody>
                    <a:bodyPr/>
                    <a:lstStyle/>
                    <a:p>
                      <a:pPr>
                        <a:buNone/>
                      </a:pPr>
                      <a:r>
                        <a:rPr lang="en-US" sz="1800" b="1"/>
                        <a:t>Crawler</a:t>
                      </a:r>
                      <a:endParaRPr lang="en-US" sz="1800"/>
                    </a:p>
                  </a:txBody>
                  <a:tcPr marL="47705" marR="47705" marT="23853" marB="2385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800"/>
                        <a:t>Playwright + HTTPx</a:t>
                      </a:r>
                    </a:p>
                  </a:txBody>
                  <a:tcPr marL="47705" marR="47705" marT="23853" marB="2385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800"/>
                        <a:t>Thu thập review, rating và metadata</a:t>
                      </a:r>
                    </a:p>
                  </a:txBody>
                  <a:tcPr marL="47705" marR="47705" marT="23853" marB="2385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800"/>
                        <a:t>Xử lý tốt các trang web động và API nội bộ</a:t>
                      </a:r>
                    </a:p>
                  </a:txBody>
                  <a:tcPr marL="47705" marR="47705" marT="23853" marB="2385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83271683"/>
                  </a:ext>
                </a:extLst>
              </a:tr>
              <a:tr h="620167">
                <a:tc>
                  <a:txBody>
                    <a:bodyPr/>
                    <a:lstStyle/>
                    <a:p>
                      <a:pPr>
                        <a:buNone/>
                      </a:pPr>
                      <a:r>
                        <a:rPr lang="en-US" sz="1800" b="1"/>
                        <a:t>Backend API</a:t>
                      </a:r>
                      <a:endParaRPr lang="en-US" sz="1800"/>
                    </a:p>
                  </a:txBody>
                  <a:tcPr marL="47705" marR="47705" marT="23853" marB="2385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800"/>
                        <a:t>FastAPI</a:t>
                      </a:r>
                    </a:p>
                  </a:txBody>
                  <a:tcPr marL="47705" marR="47705" marT="23853" marB="2385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800"/>
                        <a:t>Điều phối crawler, mô hình AI và cơ sở dữ liệu</a:t>
                      </a:r>
                    </a:p>
                  </a:txBody>
                  <a:tcPr marL="47705" marR="47705" marT="23853" marB="2385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800"/>
                        <a:t>Cấu trúc schema rõ ràng, hỗ trợ xử lý batch request</a:t>
                      </a:r>
                    </a:p>
                  </a:txBody>
                  <a:tcPr marL="47705" marR="47705" marT="23853" marB="2385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68360243"/>
                  </a:ext>
                </a:extLst>
              </a:tr>
              <a:tr h="1001809">
                <a:tc>
                  <a:txBody>
                    <a:bodyPr/>
                    <a:lstStyle/>
                    <a:p>
                      <a:pPr>
                        <a:buNone/>
                      </a:pPr>
                      <a:r>
                        <a:rPr lang="en-US" sz="1800" b="1"/>
                        <a:t>AI Service</a:t>
                      </a:r>
                      <a:endParaRPr lang="en-US" sz="1800"/>
                    </a:p>
                  </a:txBody>
                  <a:tcPr marL="47705" marR="47705" marT="23853" marB="2385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800"/>
                        <a:t>PyTorch + HuggingFace + PhoBERT</a:t>
                      </a:r>
                    </a:p>
                  </a:txBody>
                  <a:tcPr marL="47705" marR="47705" marT="23853" marB="2385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800"/>
                        <a:t>Dự đoán cảm xúc (sentiment analysis)</a:t>
                      </a:r>
                    </a:p>
                  </a:txBody>
                  <a:tcPr marL="47705" marR="47705" marT="23853" marB="2385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800"/>
                        <a:t>Thống nhất giữa quá trình huấn luyện (training) và suy luận (inference)</a:t>
                      </a:r>
                    </a:p>
                  </a:txBody>
                  <a:tcPr marL="47705" marR="47705" marT="23853" marB="2385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29370669"/>
                  </a:ext>
                </a:extLst>
              </a:tr>
              <a:tr h="620167">
                <a:tc>
                  <a:txBody>
                    <a:bodyPr/>
                    <a:lstStyle/>
                    <a:p>
                      <a:pPr>
                        <a:buNone/>
                      </a:pPr>
                      <a:r>
                        <a:rPr lang="en-US" sz="1800" b="1"/>
                        <a:t>Database</a:t>
                      </a:r>
                      <a:endParaRPr lang="en-US" sz="1800"/>
                    </a:p>
                  </a:txBody>
                  <a:tcPr marL="47705" marR="47705" marT="23853" marB="2385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800"/>
                        <a:t>SQLite</a:t>
                      </a:r>
                    </a:p>
                  </a:txBody>
                  <a:tcPr marL="47705" marR="47705" marT="23853" marB="2385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800"/>
                        <a:t>Lưu trữ review gốc và kết quả phân tích</a:t>
                      </a:r>
                    </a:p>
                  </a:txBody>
                  <a:tcPr marL="47705" marR="47705" marT="23853" marB="2385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800"/>
                        <a:t>Linh hoạt trong việc lưu trữ metadata đa dạng</a:t>
                      </a:r>
                    </a:p>
                  </a:txBody>
                  <a:tcPr marL="47705" marR="47705" marT="23853" marB="2385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46661787"/>
                  </a:ext>
                </a:extLst>
              </a:tr>
              <a:tr h="1001809">
                <a:tc>
                  <a:txBody>
                    <a:bodyPr/>
                    <a:lstStyle/>
                    <a:p>
                      <a:pPr>
                        <a:buNone/>
                      </a:pPr>
                      <a:r>
                        <a:rPr lang="en-US" sz="1800" b="1"/>
                        <a:t>Frontend</a:t>
                      </a:r>
                      <a:endParaRPr lang="en-US" sz="1800"/>
                    </a:p>
                  </a:txBody>
                  <a:tcPr marL="47705" marR="47705" marT="23853" marB="2385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800"/>
                        <a:t>ReactJS</a:t>
                      </a:r>
                    </a:p>
                  </a:txBody>
                  <a:tcPr marL="47705" marR="47705" marT="23853" marB="2385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800"/>
                        <a:t>Xây dựng dashboard trực quan</a:t>
                      </a:r>
                    </a:p>
                  </a:txBody>
                  <a:tcPr marL="47705" marR="47705" marT="23853" marB="2385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800"/>
                        <a:t>Tách biệt phần giao diện, thuận tiện cho việc demo ứng dụng web thực tế</a:t>
                      </a:r>
                    </a:p>
                  </a:txBody>
                  <a:tcPr marL="47705" marR="47705" marT="23853" marB="2385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16816757"/>
                  </a:ext>
                </a:extLst>
              </a:tr>
              <a:tr h="620167">
                <a:tc>
                  <a:txBody>
                    <a:bodyPr/>
                    <a:lstStyle/>
                    <a:p>
                      <a:pPr>
                        <a:buNone/>
                      </a:pPr>
                      <a:r>
                        <a:rPr lang="en-US" sz="1800" b="1"/>
                        <a:t>Data Assistant</a:t>
                      </a:r>
                      <a:endParaRPr lang="en-US" sz="1800"/>
                    </a:p>
                  </a:txBody>
                  <a:tcPr marL="47705" marR="47705" marT="23853" marB="2385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800"/>
                        <a:t>Truy vấn cơ sở dữ liệu qua backend</a:t>
                      </a:r>
                    </a:p>
                  </a:txBody>
                  <a:tcPr marL="47705" marR="47705" marT="23853" marB="2385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800"/>
                        <a:t>Trả lời câu hỏi dựa trên dữ liệu</a:t>
                      </a:r>
                    </a:p>
                  </a:txBody>
                  <a:tcPr marL="47705" marR="47705" marT="23853" marB="2385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800"/>
                        <a:t>Giới hạn trong phạm vi dữ liệu đã có sẵn</a:t>
                      </a:r>
                    </a:p>
                  </a:txBody>
                  <a:tcPr marL="47705" marR="47705" marT="23853" marB="2385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63583991"/>
                  </a:ext>
                </a:extLst>
              </a:tr>
            </a:tbl>
          </a:graphicData>
        </a:graphic>
      </p:graphicFrame>
    </p:spTree>
    <p:extLst>
      <p:ext uri="{BB962C8B-B14F-4D97-AF65-F5344CB8AC3E}">
        <p14:creationId xmlns:p14="http://schemas.microsoft.com/office/powerpoint/2010/main" val="3150050299"/>
      </p:ext>
    </p:extLst>
  </p:cSld>
  <p:clrMapOvr>
    <a:masterClrMapping/>
  </p:clrMapOvr>
  <p:transition spd="slow">
    <p:wip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F591C7-5C88-B363-5CA4-4B331EF9BA1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AE66B86-7130-DCDF-65E7-35EC6F8C4D5A}"/>
              </a:ext>
            </a:extLst>
          </p:cNvPr>
          <p:cNvSpPr>
            <a:spLocks noGrp="1"/>
          </p:cNvSpPr>
          <p:nvPr>
            <p:ph type="title"/>
          </p:nvPr>
        </p:nvSpPr>
        <p:spPr/>
        <p:txBody>
          <a:bodyPr/>
          <a:lstStyle/>
          <a:p>
            <a:r>
              <a:rPr lang="en-US"/>
              <a:t>LUỒNG DỮ LIỆU</a:t>
            </a:r>
          </a:p>
        </p:txBody>
      </p:sp>
      <p:sp>
        <p:nvSpPr>
          <p:cNvPr id="3" name="Content Placeholder 2">
            <a:extLst>
              <a:ext uri="{FF2B5EF4-FFF2-40B4-BE49-F238E27FC236}">
                <a16:creationId xmlns:a16="http://schemas.microsoft.com/office/drawing/2014/main" id="{66E1CC63-F5F7-18AF-EDBE-44BD639F0F7E}"/>
              </a:ext>
            </a:extLst>
          </p:cNvPr>
          <p:cNvSpPr>
            <a:spLocks noGrp="1"/>
          </p:cNvSpPr>
          <p:nvPr>
            <p:ph idx="1"/>
          </p:nvPr>
        </p:nvSpPr>
        <p:spPr>
          <a:xfrm>
            <a:off x="617396" y="905163"/>
            <a:ext cx="10861962" cy="4722845"/>
          </a:xfrm>
        </p:spPr>
        <p:txBody>
          <a:bodyPr/>
          <a:lstStyle/>
          <a:p>
            <a:pPr indent="-345009">
              <a:lnSpc>
                <a:spcPct val="140000"/>
              </a:lnSpc>
              <a:buFont typeface="Arial" panose="020B0604020202020204" pitchFamily="34" charset="0"/>
              <a:buChar char="•"/>
            </a:pPr>
            <a:r>
              <a:rPr lang="en-US" sz="2400"/>
              <a:t>Luồng dữ liệu khép kín: URL sản phẩm → Crawler → Dữ liệu thô → Tiền xử lý → Mô hình AI → Nhãn + Confidence → Database → Dashboard </a:t>
            </a:r>
          </a:p>
          <a:p>
            <a:pPr indent="-345009">
              <a:lnSpc>
                <a:spcPct val="140000"/>
              </a:lnSpc>
              <a:buFont typeface="Arial" panose="020B0604020202020204" pitchFamily="34" charset="0"/>
              <a:buChar char="•"/>
            </a:pPr>
            <a:r>
              <a:rPr lang="en-US" sz="2400"/>
              <a:t>Dashboard hiển thị: </a:t>
            </a:r>
          </a:p>
          <a:p>
            <a:pPr lvl="1" indent="-345009">
              <a:lnSpc>
                <a:spcPct val="140000"/>
              </a:lnSpc>
              <a:buFont typeface="Arial" panose="020B0604020202020204" pitchFamily="34" charset="0"/>
              <a:buChar char="•"/>
            </a:pPr>
            <a:r>
              <a:rPr lang="en-US"/>
              <a:t>Biểu đồ phân bố sentiment theo sản phẩm </a:t>
            </a:r>
          </a:p>
          <a:p>
            <a:pPr lvl="1" indent="-345009">
              <a:lnSpc>
                <a:spcPct val="140000"/>
              </a:lnSpc>
              <a:buFont typeface="Arial" panose="020B0604020202020204" pitchFamily="34" charset="0"/>
              <a:buChar char="•"/>
            </a:pPr>
            <a:r>
              <a:rPr lang="en-US"/>
              <a:t>Xu hướng sentiment theo thời gian </a:t>
            </a:r>
          </a:p>
          <a:p>
            <a:pPr lvl="1" indent="-345009">
              <a:lnSpc>
                <a:spcPct val="140000"/>
              </a:lnSpc>
              <a:buFont typeface="Arial" panose="020B0604020202020204" pitchFamily="34" charset="0"/>
              <a:buChar char="•"/>
            </a:pPr>
            <a:r>
              <a:rPr lang="en-US"/>
              <a:t>Tỷ lệ review tiêu cực, rating trung bình </a:t>
            </a:r>
          </a:p>
          <a:p>
            <a:pPr lvl="1" indent="-345009">
              <a:lnSpc>
                <a:spcPct val="140000"/>
              </a:lnSpc>
              <a:buFont typeface="Arial" panose="020B0604020202020204" pitchFamily="34" charset="0"/>
              <a:buChar char="•"/>
            </a:pPr>
            <a:r>
              <a:rPr lang="en-US"/>
              <a:t>Danh sách review có confidence thấp </a:t>
            </a:r>
          </a:p>
          <a:p>
            <a:pPr lvl="1" indent="-345009">
              <a:lnSpc>
                <a:spcPct val="140000"/>
              </a:lnSpc>
              <a:buFont typeface="Arial" panose="020B0604020202020204" pitchFamily="34" charset="0"/>
              <a:buChar char="•"/>
            </a:pPr>
            <a:r>
              <a:rPr lang="en-US"/>
              <a:t>Cụm từ thường xuất hiện trong review tiêu cực</a:t>
            </a:r>
            <a:endParaRPr lang="vi-VN">
              <a:solidFill>
                <a:schemeClr val="tx1"/>
              </a:solidFill>
            </a:endParaRPr>
          </a:p>
        </p:txBody>
      </p:sp>
    </p:spTree>
    <p:extLst>
      <p:ext uri="{BB962C8B-B14F-4D97-AF65-F5344CB8AC3E}">
        <p14:creationId xmlns:p14="http://schemas.microsoft.com/office/powerpoint/2010/main" val="601060174"/>
      </p:ext>
    </p:extLst>
  </p:cSld>
  <p:clrMapOvr>
    <a:masterClrMapping/>
  </p:clrMapOvr>
  <p:transition spd="slow">
    <p:wip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16C655-AB24-3E29-96A6-DD2C59D8D88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C9245BD-B805-5099-F9EB-DAEA70133568}"/>
              </a:ext>
            </a:extLst>
          </p:cNvPr>
          <p:cNvSpPr>
            <a:spLocks noGrp="1"/>
          </p:cNvSpPr>
          <p:nvPr>
            <p:ph type="title"/>
          </p:nvPr>
        </p:nvSpPr>
        <p:spPr/>
        <p:txBody>
          <a:bodyPr/>
          <a:lstStyle/>
          <a:p>
            <a:r>
              <a:rPr lang="en-US"/>
              <a:t>THỐNG KÊ BỘ DỮ LIỆU THỰC NGHIỆM</a:t>
            </a:r>
          </a:p>
        </p:txBody>
      </p:sp>
      <p:graphicFrame>
        <p:nvGraphicFramePr>
          <p:cNvPr id="6" name="Content Placeholder 5">
            <a:extLst>
              <a:ext uri="{FF2B5EF4-FFF2-40B4-BE49-F238E27FC236}">
                <a16:creationId xmlns:a16="http://schemas.microsoft.com/office/drawing/2014/main" id="{67F6D946-CF1B-FB5E-D8B8-93FF4D461DAB}"/>
              </a:ext>
            </a:extLst>
          </p:cNvPr>
          <p:cNvGraphicFramePr>
            <a:graphicFrameLocks noGrp="1"/>
          </p:cNvGraphicFramePr>
          <p:nvPr>
            <p:ph idx="1"/>
            <p:extLst>
              <p:ext uri="{D42A27DB-BD31-4B8C-83A1-F6EECF244321}">
                <p14:modId xmlns:p14="http://schemas.microsoft.com/office/powerpoint/2010/main" val="3556729701"/>
              </p:ext>
            </p:extLst>
          </p:nvPr>
        </p:nvGraphicFramePr>
        <p:xfrm>
          <a:off x="1387474" y="851064"/>
          <a:ext cx="9417051" cy="3390138"/>
        </p:xfrm>
        <a:graphic>
          <a:graphicData uri="http://schemas.openxmlformats.org/drawingml/2006/table">
            <a:tbl>
              <a:tblPr/>
              <a:tblGrid>
                <a:gridCol w="3139017">
                  <a:extLst>
                    <a:ext uri="{9D8B030D-6E8A-4147-A177-3AD203B41FA5}">
                      <a16:colId xmlns:a16="http://schemas.microsoft.com/office/drawing/2014/main" val="958788001"/>
                    </a:ext>
                  </a:extLst>
                </a:gridCol>
                <a:gridCol w="3139017">
                  <a:extLst>
                    <a:ext uri="{9D8B030D-6E8A-4147-A177-3AD203B41FA5}">
                      <a16:colId xmlns:a16="http://schemas.microsoft.com/office/drawing/2014/main" val="2331743972"/>
                    </a:ext>
                  </a:extLst>
                </a:gridCol>
                <a:gridCol w="3139017">
                  <a:extLst>
                    <a:ext uri="{9D8B030D-6E8A-4147-A177-3AD203B41FA5}">
                      <a16:colId xmlns:a16="http://schemas.microsoft.com/office/drawing/2014/main" val="2815538376"/>
                    </a:ext>
                  </a:extLst>
                </a:gridCol>
              </a:tblGrid>
              <a:tr h="403588">
                <a:tc>
                  <a:txBody>
                    <a:bodyPr/>
                    <a:lstStyle/>
                    <a:p>
                      <a:pPr algn="ctr">
                        <a:buNone/>
                      </a:pPr>
                      <a:r>
                        <a:rPr lang="en-US" sz="1800" b="1"/>
                        <a:t>Chỉ tiêu</a:t>
                      </a:r>
                    </a:p>
                  </a:txBody>
                  <a:tcPr marL="80718" marR="80718" marT="40359" marB="4035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a:buNone/>
                      </a:pPr>
                      <a:r>
                        <a:rPr lang="en-US" sz="1800" b="1"/>
                        <a:t>Giá trị</a:t>
                      </a:r>
                    </a:p>
                  </a:txBody>
                  <a:tcPr marL="80718" marR="80718" marT="40359" marB="4035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a:buNone/>
                      </a:pPr>
                      <a:r>
                        <a:rPr lang="en-US" sz="1800" b="1"/>
                        <a:t>Ghi chú</a:t>
                      </a:r>
                    </a:p>
                  </a:txBody>
                  <a:tcPr marL="80718" marR="80718" marT="40359" marB="4035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3716770967"/>
                  </a:ext>
                </a:extLst>
              </a:tr>
              <a:tr h="726458">
                <a:tc>
                  <a:txBody>
                    <a:bodyPr/>
                    <a:lstStyle/>
                    <a:p>
                      <a:pPr>
                        <a:buNone/>
                      </a:pPr>
                      <a:r>
                        <a:rPr lang="en-US" sz="1800"/>
                        <a:t>Số review thô</a:t>
                      </a:r>
                    </a:p>
                  </a:txBody>
                  <a:tcPr marL="80718" marR="80718" marT="40359" marB="4035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800" b="1"/>
                        <a:t>35.526</a:t>
                      </a:r>
                      <a:endParaRPr lang="en-US" sz="1800"/>
                    </a:p>
                  </a:txBody>
                  <a:tcPr marL="80718" marR="80718" marT="40359" marB="4035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800"/>
                        <a:t>Toàn bộ bản ghi crawler thu được</a:t>
                      </a:r>
                    </a:p>
                  </a:txBody>
                  <a:tcPr marL="80718" marR="80718" marT="40359" marB="4035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76300451"/>
                  </a:ext>
                </a:extLst>
              </a:tr>
              <a:tr h="726458">
                <a:tc>
                  <a:txBody>
                    <a:bodyPr/>
                    <a:lstStyle/>
                    <a:p>
                      <a:pPr>
                        <a:buNone/>
                      </a:pPr>
                      <a:r>
                        <a:rPr lang="en-US" sz="1800"/>
                        <a:t>Số review bị loại</a:t>
                      </a:r>
                    </a:p>
                  </a:txBody>
                  <a:tcPr marL="80718" marR="80718" marT="40359" marB="4035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800" b="1"/>
                        <a:t>910</a:t>
                      </a:r>
                      <a:endParaRPr lang="en-US" sz="1800"/>
                    </a:p>
                  </a:txBody>
                  <a:tcPr marL="80718" marR="80718" marT="40359" marB="4035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800"/>
                        <a:t>Rỗng, trùng, lỗi render, vô nghĩa</a:t>
                      </a:r>
                    </a:p>
                  </a:txBody>
                  <a:tcPr marL="80718" marR="80718" marT="40359" marB="4035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1403629"/>
                  </a:ext>
                </a:extLst>
              </a:tr>
              <a:tr h="726458">
                <a:tc>
                  <a:txBody>
                    <a:bodyPr/>
                    <a:lstStyle/>
                    <a:p>
                      <a:pPr>
                        <a:buNone/>
                      </a:pPr>
                      <a:r>
                        <a:rPr lang="en-US" sz="1800"/>
                        <a:t>Số review sau làm sạch</a:t>
                      </a:r>
                    </a:p>
                  </a:txBody>
                  <a:tcPr marL="80718" marR="80718" marT="40359" marB="4035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800" b="1"/>
                        <a:t>34.615</a:t>
                      </a:r>
                      <a:endParaRPr lang="en-US" sz="1800"/>
                    </a:p>
                  </a:txBody>
                  <a:tcPr marL="80718" marR="80718" marT="40359" marB="4035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800"/>
                        <a:t>Dữ liệu dùng cho gán nhãn/huấn luyện</a:t>
                      </a:r>
                    </a:p>
                  </a:txBody>
                  <a:tcPr marL="80718" marR="80718" marT="40359" marB="4035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84217946"/>
                  </a:ext>
                </a:extLst>
              </a:tr>
              <a:tr h="403588">
                <a:tc>
                  <a:txBody>
                    <a:bodyPr/>
                    <a:lstStyle/>
                    <a:p>
                      <a:pPr>
                        <a:buNone/>
                      </a:pPr>
                      <a:r>
                        <a:rPr lang="en-US" sz="1800"/>
                        <a:t>Số sàn TMĐT</a:t>
                      </a:r>
                    </a:p>
                  </a:txBody>
                  <a:tcPr marL="80718" marR="80718" marT="40359" marB="4035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800" b="1"/>
                        <a:t>3</a:t>
                      </a:r>
                      <a:endParaRPr lang="en-US" sz="1800"/>
                    </a:p>
                  </a:txBody>
                  <a:tcPr marL="80718" marR="80718" marT="40359" marB="4035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800"/>
                        <a:t>Shopee, Lazada, Tiki</a:t>
                      </a:r>
                    </a:p>
                  </a:txBody>
                  <a:tcPr marL="80718" marR="80718" marT="40359" marB="4035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11851877"/>
                  </a:ext>
                </a:extLst>
              </a:tr>
              <a:tr h="403588">
                <a:tc>
                  <a:txBody>
                    <a:bodyPr/>
                    <a:lstStyle/>
                    <a:p>
                      <a:pPr>
                        <a:buNone/>
                      </a:pPr>
                      <a:r>
                        <a:rPr lang="en-US" sz="1800"/>
                        <a:t>Độ dài review trung bình</a:t>
                      </a:r>
                    </a:p>
                  </a:txBody>
                  <a:tcPr marL="80718" marR="80718" marT="40359" marB="4035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800" b="1"/>
                        <a:t>17.5 token</a:t>
                      </a:r>
                      <a:endParaRPr lang="en-US" sz="1800"/>
                    </a:p>
                  </a:txBody>
                  <a:tcPr marL="80718" marR="80718" marT="40359" marB="4035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800"/>
                        <a:t>Sau làm sạch</a:t>
                      </a:r>
                    </a:p>
                  </a:txBody>
                  <a:tcPr marL="80718" marR="80718" marT="40359" marB="4035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86014231"/>
                  </a:ext>
                </a:extLst>
              </a:tr>
            </a:tbl>
          </a:graphicData>
        </a:graphic>
      </p:graphicFrame>
      <p:sp>
        <p:nvSpPr>
          <p:cNvPr id="9" name="Content Placeholder 2">
            <a:extLst>
              <a:ext uri="{FF2B5EF4-FFF2-40B4-BE49-F238E27FC236}">
                <a16:creationId xmlns:a16="http://schemas.microsoft.com/office/drawing/2014/main" id="{060CA420-A6F2-484E-E193-11982BD834A9}"/>
              </a:ext>
            </a:extLst>
          </p:cNvPr>
          <p:cNvSpPr txBox="1">
            <a:spLocks/>
          </p:cNvSpPr>
          <p:nvPr/>
        </p:nvSpPr>
        <p:spPr bwMode="auto">
          <a:xfrm>
            <a:off x="719669" y="4341091"/>
            <a:ext cx="10861962" cy="1665845"/>
          </a:xfrm>
          <a:prstGeom prst="rect">
            <a:avLst/>
          </a:prstGeom>
          <a:noFill/>
          <a:ln w="9525">
            <a:noFill/>
            <a:miter lim="800000"/>
            <a:headEnd/>
            <a:tailEnd/>
          </a:ln>
          <a:effectLst/>
        </p:spPr>
        <p:txBody>
          <a:bodyPr vert="horz" wrap="square" lIns="92075" tIns="46038" rIns="92075" bIns="46038" numCol="1" anchor="t" anchorCtr="0" compatLnSpc="1">
            <a:prstTxWarp prst="textNoShape">
              <a:avLst/>
            </a:prstTxWarp>
          </a:bodyPr>
          <a:lstStyle>
            <a:lvl1pPr marL="457189" indent="-457189" algn="l" rtl="0" eaLnBrk="1" fontAlgn="base" hangingPunct="1">
              <a:spcBef>
                <a:spcPct val="20000"/>
              </a:spcBef>
              <a:spcAft>
                <a:spcPct val="0"/>
              </a:spcAft>
              <a:buClr>
                <a:srgbClr val="063D79"/>
              </a:buClr>
              <a:buSzPct val="80000"/>
              <a:buFont typeface="Wingdings 3" pitchFamily="18" charset="2"/>
              <a:buChar char="u"/>
              <a:defRPr sz="2667">
                <a:solidFill>
                  <a:srgbClr val="4D4D4D"/>
                </a:solidFill>
                <a:latin typeface="+mn-lt"/>
                <a:ea typeface="+mn-ea"/>
                <a:cs typeface="+mn-cs"/>
              </a:defRPr>
            </a:lvl1pPr>
            <a:lvl2pPr marL="990575" indent="-380990" algn="l" rtl="0" eaLnBrk="1" fontAlgn="base" hangingPunct="1">
              <a:spcBef>
                <a:spcPct val="20000"/>
              </a:spcBef>
              <a:spcAft>
                <a:spcPct val="0"/>
              </a:spcAft>
              <a:buClr>
                <a:srgbClr val="063D79"/>
              </a:buClr>
              <a:buSzPct val="100000"/>
              <a:buFont typeface="Wingdings" pitchFamily="2" charset="2"/>
              <a:buChar char="§"/>
              <a:defRPr sz="2400">
                <a:solidFill>
                  <a:srgbClr val="4D4D4D"/>
                </a:solidFill>
                <a:latin typeface="+mn-lt"/>
              </a:defRPr>
            </a:lvl2pPr>
            <a:lvl3pPr marL="1523962" indent="-304792" algn="l" rtl="0" eaLnBrk="1" fontAlgn="base" hangingPunct="1">
              <a:spcBef>
                <a:spcPct val="20000"/>
              </a:spcBef>
              <a:spcAft>
                <a:spcPct val="0"/>
              </a:spcAft>
              <a:buClr>
                <a:srgbClr val="063D79"/>
              </a:buClr>
              <a:buChar char="–"/>
              <a:defRPr sz="2133" baseline="0">
                <a:solidFill>
                  <a:srgbClr val="4D4D4D"/>
                </a:solidFill>
                <a:latin typeface="+mn-lt"/>
              </a:defRPr>
            </a:lvl3pPr>
            <a:lvl4pPr marL="2082748" indent="-304792" algn="l" rtl="0" eaLnBrk="1" fontAlgn="base" hangingPunct="1">
              <a:spcBef>
                <a:spcPct val="20000"/>
              </a:spcBef>
              <a:spcAft>
                <a:spcPct val="0"/>
              </a:spcAft>
              <a:buClr>
                <a:srgbClr val="063D79"/>
              </a:buClr>
              <a:buChar char="•"/>
              <a:defRPr sz="2133" baseline="0">
                <a:solidFill>
                  <a:srgbClr val="4D4D4D"/>
                </a:solidFill>
                <a:latin typeface="+mn-lt"/>
              </a:defRPr>
            </a:lvl4pPr>
            <a:lvl5pPr marL="2641534" indent="-304792" algn="l" rtl="0" eaLnBrk="1" fontAlgn="base" hangingPunct="1">
              <a:spcBef>
                <a:spcPct val="20000"/>
              </a:spcBef>
              <a:spcAft>
                <a:spcPct val="0"/>
              </a:spcAft>
              <a:buClr>
                <a:srgbClr val="063D79"/>
              </a:buClr>
              <a:buChar char=" "/>
              <a:defRPr sz="2133">
                <a:solidFill>
                  <a:srgbClr val="4D4D4D"/>
                </a:solidFill>
                <a:latin typeface="+mn-lt"/>
              </a:defRPr>
            </a:lvl5pPr>
            <a:lvl6pPr marL="3251119" indent="-304792" algn="l" rtl="0" eaLnBrk="1" fontAlgn="base" hangingPunct="1">
              <a:spcBef>
                <a:spcPct val="20000"/>
              </a:spcBef>
              <a:spcAft>
                <a:spcPct val="0"/>
              </a:spcAft>
              <a:buChar char=" "/>
              <a:defRPr sz="2667">
                <a:solidFill>
                  <a:srgbClr val="4D4D4D"/>
                </a:solidFill>
                <a:latin typeface="+mn-lt"/>
              </a:defRPr>
            </a:lvl6pPr>
            <a:lvl7pPr marL="3860703" indent="-304792" algn="l" rtl="0" eaLnBrk="1" fontAlgn="base" hangingPunct="1">
              <a:spcBef>
                <a:spcPct val="20000"/>
              </a:spcBef>
              <a:spcAft>
                <a:spcPct val="0"/>
              </a:spcAft>
              <a:buChar char=" "/>
              <a:defRPr sz="2667">
                <a:solidFill>
                  <a:srgbClr val="4D4D4D"/>
                </a:solidFill>
                <a:latin typeface="+mn-lt"/>
              </a:defRPr>
            </a:lvl7pPr>
            <a:lvl8pPr marL="4470288" indent="-304792" algn="l" rtl="0" eaLnBrk="1" fontAlgn="base" hangingPunct="1">
              <a:spcBef>
                <a:spcPct val="20000"/>
              </a:spcBef>
              <a:spcAft>
                <a:spcPct val="0"/>
              </a:spcAft>
              <a:buChar char=" "/>
              <a:defRPr sz="2667">
                <a:solidFill>
                  <a:srgbClr val="4D4D4D"/>
                </a:solidFill>
                <a:latin typeface="+mn-lt"/>
              </a:defRPr>
            </a:lvl8pPr>
            <a:lvl9pPr marL="5079873" indent="-304792" algn="l" rtl="0" eaLnBrk="1" fontAlgn="base" hangingPunct="1">
              <a:spcBef>
                <a:spcPct val="20000"/>
              </a:spcBef>
              <a:spcAft>
                <a:spcPct val="0"/>
              </a:spcAft>
              <a:buChar char=" "/>
              <a:defRPr sz="2667">
                <a:solidFill>
                  <a:srgbClr val="4D4D4D"/>
                </a:solidFill>
                <a:latin typeface="+mn-lt"/>
              </a:defRPr>
            </a:lvl9pPr>
          </a:lstStyle>
          <a:p>
            <a:pPr marL="455080" indent="-342900">
              <a:lnSpc>
                <a:spcPct val="140000"/>
              </a:lnSpc>
              <a:buFont typeface="Arial" panose="020B0604020202020204" pitchFamily="34" charset="0"/>
              <a:buChar char="•"/>
            </a:pPr>
            <a:r>
              <a:rPr lang="en-US" sz="2200"/>
              <a:t>Positive: 12.652 mẫu (36.55%) </a:t>
            </a:r>
          </a:p>
          <a:p>
            <a:pPr marL="455080" indent="-342900">
              <a:lnSpc>
                <a:spcPct val="140000"/>
              </a:lnSpc>
              <a:buFont typeface="Arial" panose="020B0604020202020204" pitchFamily="34" charset="0"/>
              <a:buChar char="•"/>
            </a:pPr>
            <a:r>
              <a:rPr lang="en-US" sz="2200"/>
              <a:t>Neutral: 11.211 mẫu (32.39%) – Dễ nhầm với Positive khi câu có "ổn", "được“</a:t>
            </a:r>
          </a:p>
          <a:p>
            <a:pPr marL="455080" indent="-342900">
              <a:lnSpc>
                <a:spcPct val="140000"/>
              </a:lnSpc>
              <a:buFont typeface="Arial" panose="020B0604020202020204" pitchFamily="34" charset="0"/>
              <a:buChar char="•"/>
            </a:pPr>
            <a:r>
              <a:rPr lang="en-US" sz="2200"/>
              <a:t>Negative: 10.752 mẫu (31.06%) – Quan trọng nhất cho mục tiêu phát hiện phàn</a:t>
            </a:r>
            <a:endParaRPr lang="vi-VN" sz="2200" kern="0">
              <a:solidFill>
                <a:schemeClr val="tx1"/>
              </a:solidFill>
            </a:endParaRPr>
          </a:p>
        </p:txBody>
      </p:sp>
    </p:spTree>
    <p:extLst>
      <p:ext uri="{BB962C8B-B14F-4D97-AF65-F5344CB8AC3E}">
        <p14:creationId xmlns:p14="http://schemas.microsoft.com/office/powerpoint/2010/main" val="2002282057"/>
      </p:ext>
    </p:extLst>
  </p:cSld>
  <p:clrMapOvr>
    <a:masterClrMapping/>
  </p:clrMapOvr>
  <p:transition spd="slow">
    <p:wip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ADE544-FA50-44E7-39EA-FF2C1ACDEE8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DD7F303-757B-7034-A1A7-6ED503D192AE}"/>
              </a:ext>
            </a:extLst>
          </p:cNvPr>
          <p:cNvSpPr>
            <a:spLocks noGrp="1"/>
          </p:cNvSpPr>
          <p:nvPr>
            <p:ph type="title"/>
          </p:nvPr>
        </p:nvSpPr>
        <p:spPr/>
        <p:txBody>
          <a:bodyPr/>
          <a:lstStyle/>
          <a:p>
            <a:r>
              <a:rPr lang="en-US"/>
              <a:t>KẾT QUẢ SO SÁNH HIỆU SUẤT CÁC MÔ HÌNH</a:t>
            </a:r>
          </a:p>
        </p:txBody>
      </p:sp>
      <p:graphicFrame>
        <p:nvGraphicFramePr>
          <p:cNvPr id="4" name="Content Placeholder 3">
            <a:extLst>
              <a:ext uri="{FF2B5EF4-FFF2-40B4-BE49-F238E27FC236}">
                <a16:creationId xmlns:a16="http://schemas.microsoft.com/office/drawing/2014/main" id="{8607EAA4-157F-B0E7-5730-8E7D0A4EDEE0}"/>
              </a:ext>
            </a:extLst>
          </p:cNvPr>
          <p:cNvGraphicFramePr>
            <a:graphicFrameLocks noGrp="1"/>
          </p:cNvGraphicFramePr>
          <p:nvPr>
            <p:ph idx="1"/>
            <p:extLst>
              <p:ext uri="{D42A27DB-BD31-4B8C-83A1-F6EECF244321}">
                <p14:modId xmlns:p14="http://schemas.microsoft.com/office/powerpoint/2010/main" val="1107032756"/>
              </p:ext>
            </p:extLst>
          </p:nvPr>
        </p:nvGraphicFramePr>
        <p:xfrm>
          <a:off x="711199" y="1096432"/>
          <a:ext cx="10657416" cy="4358748"/>
        </p:xfrm>
        <a:graphic>
          <a:graphicData uri="http://schemas.openxmlformats.org/drawingml/2006/table">
            <a:tbl>
              <a:tblPr/>
              <a:tblGrid>
                <a:gridCol w="1522488">
                  <a:extLst>
                    <a:ext uri="{9D8B030D-6E8A-4147-A177-3AD203B41FA5}">
                      <a16:colId xmlns:a16="http://schemas.microsoft.com/office/drawing/2014/main" val="619732026"/>
                    </a:ext>
                  </a:extLst>
                </a:gridCol>
                <a:gridCol w="1522488">
                  <a:extLst>
                    <a:ext uri="{9D8B030D-6E8A-4147-A177-3AD203B41FA5}">
                      <a16:colId xmlns:a16="http://schemas.microsoft.com/office/drawing/2014/main" val="403555875"/>
                    </a:ext>
                  </a:extLst>
                </a:gridCol>
                <a:gridCol w="1522488">
                  <a:extLst>
                    <a:ext uri="{9D8B030D-6E8A-4147-A177-3AD203B41FA5}">
                      <a16:colId xmlns:a16="http://schemas.microsoft.com/office/drawing/2014/main" val="1608827605"/>
                    </a:ext>
                  </a:extLst>
                </a:gridCol>
                <a:gridCol w="1522488">
                  <a:extLst>
                    <a:ext uri="{9D8B030D-6E8A-4147-A177-3AD203B41FA5}">
                      <a16:colId xmlns:a16="http://schemas.microsoft.com/office/drawing/2014/main" val="2220682560"/>
                    </a:ext>
                  </a:extLst>
                </a:gridCol>
                <a:gridCol w="1522488">
                  <a:extLst>
                    <a:ext uri="{9D8B030D-6E8A-4147-A177-3AD203B41FA5}">
                      <a16:colId xmlns:a16="http://schemas.microsoft.com/office/drawing/2014/main" val="849268932"/>
                    </a:ext>
                  </a:extLst>
                </a:gridCol>
                <a:gridCol w="1522488">
                  <a:extLst>
                    <a:ext uri="{9D8B030D-6E8A-4147-A177-3AD203B41FA5}">
                      <a16:colId xmlns:a16="http://schemas.microsoft.com/office/drawing/2014/main" val="2515076897"/>
                    </a:ext>
                  </a:extLst>
                </a:gridCol>
                <a:gridCol w="1522488">
                  <a:extLst>
                    <a:ext uri="{9D8B030D-6E8A-4147-A177-3AD203B41FA5}">
                      <a16:colId xmlns:a16="http://schemas.microsoft.com/office/drawing/2014/main" val="1535649054"/>
                    </a:ext>
                  </a:extLst>
                </a:gridCol>
              </a:tblGrid>
              <a:tr h="726458">
                <a:tc>
                  <a:txBody>
                    <a:bodyPr/>
                    <a:lstStyle/>
                    <a:p>
                      <a:pPr algn="ctr">
                        <a:buNone/>
                      </a:pPr>
                      <a:r>
                        <a:rPr lang="en-US" sz="2100" b="1"/>
                        <a:t>Mô hình</a:t>
                      </a:r>
                    </a:p>
                  </a:txBody>
                  <a:tcPr marL="80718" marR="80718" marT="40359" marB="4035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a:buNone/>
                      </a:pPr>
                      <a:r>
                        <a:rPr lang="en-US" sz="2100" b="1"/>
                        <a:t>Accuracy</a:t>
                      </a:r>
                    </a:p>
                  </a:txBody>
                  <a:tcPr marL="80718" marR="80718" marT="40359" marB="4035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a:buNone/>
                      </a:pPr>
                      <a:r>
                        <a:rPr lang="en-US" sz="2100" b="1"/>
                        <a:t>Precision</a:t>
                      </a:r>
                    </a:p>
                  </a:txBody>
                  <a:tcPr marL="80718" marR="80718" marT="40359" marB="4035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a:buNone/>
                      </a:pPr>
                      <a:r>
                        <a:rPr lang="en-US" sz="2100" b="1"/>
                        <a:t>Recall</a:t>
                      </a:r>
                    </a:p>
                  </a:txBody>
                  <a:tcPr marL="80718" marR="80718" marT="40359" marB="4035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a:buNone/>
                      </a:pPr>
                      <a:r>
                        <a:rPr lang="en-US" sz="2100" b="1"/>
                        <a:t>F1-Score</a:t>
                      </a:r>
                    </a:p>
                  </a:txBody>
                  <a:tcPr marL="80718" marR="80718" marT="40359" marB="4035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a:buNone/>
                      </a:pPr>
                      <a:r>
                        <a:rPr lang="en-US" sz="2100" b="1"/>
                        <a:t>Train Time</a:t>
                      </a:r>
                    </a:p>
                  </a:txBody>
                  <a:tcPr marL="80718" marR="80718" marT="40359" marB="4035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a:buNone/>
                      </a:pPr>
                      <a:r>
                        <a:rPr lang="en-US" sz="2100" b="1"/>
                        <a:t>Inference</a:t>
                      </a:r>
                    </a:p>
                  </a:txBody>
                  <a:tcPr marL="80718" marR="80718" marT="40359" marB="4035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1215449336"/>
                  </a:ext>
                </a:extLst>
              </a:tr>
              <a:tr h="726458">
                <a:tc>
                  <a:txBody>
                    <a:bodyPr/>
                    <a:lstStyle/>
                    <a:p>
                      <a:pPr>
                        <a:buNone/>
                      </a:pPr>
                      <a:r>
                        <a:rPr lang="en-US" sz="2100"/>
                        <a:t>TF-IDF + LR</a:t>
                      </a:r>
                    </a:p>
                  </a:txBody>
                  <a:tcPr marL="80718" marR="80718" marT="40359" marB="4035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2100"/>
                        <a:t>75.3%</a:t>
                      </a:r>
                    </a:p>
                  </a:txBody>
                  <a:tcPr marL="80718" marR="80718" marT="40359" marB="4035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2100"/>
                        <a:t>76.45%</a:t>
                      </a:r>
                    </a:p>
                  </a:txBody>
                  <a:tcPr marL="80718" marR="80718" marT="40359" marB="4035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2100"/>
                        <a:t>73.2%</a:t>
                      </a:r>
                    </a:p>
                  </a:txBody>
                  <a:tcPr marL="80718" marR="80718" marT="40359" marB="4035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2100"/>
                        <a:t>74.12%</a:t>
                      </a:r>
                    </a:p>
                  </a:txBody>
                  <a:tcPr marL="80718" marR="80718" marT="40359" marB="4035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2100"/>
                        <a:t>2.5 min</a:t>
                      </a:r>
                    </a:p>
                  </a:txBody>
                  <a:tcPr marL="80718" marR="80718" marT="40359" marB="4035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2100"/>
                        <a:t>0.05 s</a:t>
                      </a:r>
                    </a:p>
                  </a:txBody>
                  <a:tcPr marL="80718" marR="80718" marT="40359" marB="4035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65277734"/>
                  </a:ext>
                </a:extLst>
              </a:tr>
              <a:tr h="726458">
                <a:tc>
                  <a:txBody>
                    <a:bodyPr/>
                    <a:lstStyle/>
                    <a:p>
                      <a:pPr>
                        <a:buNone/>
                      </a:pPr>
                      <a:r>
                        <a:rPr lang="en-US" sz="2100"/>
                        <a:t>TF-IDF + SVM</a:t>
                      </a:r>
                    </a:p>
                  </a:txBody>
                  <a:tcPr marL="80718" marR="80718" marT="40359" marB="4035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2100"/>
                        <a:t>78.5%</a:t>
                      </a:r>
                    </a:p>
                  </a:txBody>
                  <a:tcPr marL="80718" marR="80718" marT="40359" marB="4035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2100"/>
                        <a:t>79.15%</a:t>
                      </a:r>
                    </a:p>
                  </a:txBody>
                  <a:tcPr marL="80718" marR="80718" marT="40359" marB="4035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2100"/>
                        <a:t>76.9%</a:t>
                      </a:r>
                    </a:p>
                  </a:txBody>
                  <a:tcPr marL="80718" marR="80718" marT="40359" marB="4035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2100"/>
                        <a:t>77.8%</a:t>
                      </a:r>
                    </a:p>
                  </a:txBody>
                  <a:tcPr marL="80718" marR="80718" marT="40359" marB="4035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2100"/>
                        <a:t>8.3 min</a:t>
                      </a:r>
                    </a:p>
                  </a:txBody>
                  <a:tcPr marL="80718" marR="80718" marT="40359" marB="4035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2100"/>
                        <a:t>0.08 s</a:t>
                      </a:r>
                    </a:p>
                  </a:txBody>
                  <a:tcPr marL="80718" marR="80718" marT="40359" marB="4035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52754603"/>
                  </a:ext>
                </a:extLst>
              </a:tr>
              <a:tr h="726458">
                <a:tc>
                  <a:txBody>
                    <a:bodyPr/>
                    <a:lstStyle/>
                    <a:p>
                      <a:pPr>
                        <a:buNone/>
                      </a:pPr>
                      <a:r>
                        <a:rPr lang="en-US" sz="2100"/>
                        <a:t>Random Forest</a:t>
                      </a:r>
                    </a:p>
                  </a:txBody>
                  <a:tcPr marL="80718" marR="80718" marT="40359" marB="4035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2100"/>
                        <a:t>80.15%</a:t>
                      </a:r>
                    </a:p>
                  </a:txBody>
                  <a:tcPr marL="80718" marR="80718" marT="40359" marB="4035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2100"/>
                        <a:t>81.2%</a:t>
                      </a:r>
                    </a:p>
                  </a:txBody>
                  <a:tcPr marL="80718" marR="80718" marT="40359" marB="4035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2100"/>
                        <a:t>78.85%</a:t>
                      </a:r>
                    </a:p>
                  </a:txBody>
                  <a:tcPr marL="80718" marR="80718" marT="40359" marB="4035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2100"/>
                        <a:t>79.45%</a:t>
                      </a:r>
                    </a:p>
                  </a:txBody>
                  <a:tcPr marL="80718" marR="80718" marT="40359" marB="4035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2100"/>
                        <a:t>12.7 min</a:t>
                      </a:r>
                    </a:p>
                  </a:txBody>
                  <a:tcPr marL="80718" marR="80718" marT="40359" marB="4035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2100"/>
                        <a:t>0.12 s</a:t>
                      </a:r>
                    </a:p>
                  </a:txBody>
                  <a:tcPr marL="80718" marR="80718" marT="40359" marB="4035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96928402"/>
                  </a:ext>
                </a:extLst>
              </a:tr>
              <a:tr h="726458">
                <a:tc>
                  <a:txBody>
                    <a:bodyPr/>
                    <a:lstStyle/>
                    <a:p>
                      <a:pPr>
                        <a:buNone/>
                      </a:pPr>
                      <a:r>
                        <a:rPr lang="en-US" sz="2100"/>
                        <a:t>LSTM/BiLSTM</a:t>
                      </a:r>
                    </a:p>
                  </a:txBody>
                  <a:tcPr marL="80718" marR="80718" marT="40359" marB="4035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2100"/>
                        <a:t>84.3%</a:t>
                      </a:r>
                    </a:p>
                  </a:txBody>
                  <a:tcPr marL="80718" marR="80718" marT="40359" marB="4035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2100"/>
                        <a:t>85.45%</a:t>
                      </a:r>
                    </a:p>
                  </a:txBody>
                  <a:tcPr marL="80718" marR="80718" marT="40359" marB="4035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2100"/>
                        <a:t>82.12%</a:t>
                      </a:r>
                    </a:p>
                  </a:txBody>
                  <a:tcPr marL="80718" marR="80718" marT="40359" marB="4035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2100"/>
                        <a:t>83.2%</a:t>
                      </a:r>
                    </a:p>
                  </a:txBody>
                  <a:tcPr marL="80718" marR="80718" marT="40359" marB="4035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2100"/>
                        <a:t>45.2 min</a:t>
                      </a:r>
                    </a:p>
                  </a:txBody>
                  <a:tcPr marL="80718" marR="80718" marT="40359" marB="4035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2100"/>
                        <a:t>0.35 s</a:t>
                      </a:r>
                    </a:p>
                  </a:txBody>
                  <a:tcPr marL="80718" marR="80718" marT="40359" marB="4035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58273173"/>
                  </a:ext>
                </a:extLst>
              </a:tr>
              <a:tr h="726458">
                <a:tc>
                  <a:txBody>
                    <a:bodyPr/>
                    <a:lstStyle/>
                    <a:p>
                      <a:pPr>
                        <a:buNone/>
                      </a:pPr>
                      <a:r>
                        <a:rPr lang="en-US" sz="2100" b="1"/>
                        <a:t>PhoBERT</a:t>
                      </a:r>
                      <a:endParaRPr lang="en-US" sz="2100"/>
                    </a:p>
                  </a:txBody>
                  <a:tcPr marL="80718" marR="80718" marT="40359" marB="4035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2100" b="1"/>
                        <a:t>88.45%</a:t>
                      </a:r>
                      <a:endParaRPr lang="en-US" sz="2100"/>
                    </a:p>
                  </a:txBody>
                  <a:tcPr marL="80718" marR="80718" marT="40359" marB="4035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2100" b="1"/>
                        <a:t>89.81%</a:t>
                      </a:r>
                      <a:endParaRPr lang="en-US" sz="2100"/>
                    </a:p>
                  </a:txBody>
                  <a:tcPr marL="80718" marR="80718" marT="40359" marB="4035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2100" b="1"/>
                        <a:t>87.12%</a:t>
                      </a:r>
                      <a:endParaRPr lang="en-US" sz="2100"/>
                    </a:p>
                  </a:txBody>
                  <a:tcPr marL="80718" marR="80718" marT="40359" marB="4035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2100" b="1"/>
                        <a:t>88.23%</a:t>
                      </a:r>
                      <a:endParaRPr lang="en-US" sz="2100"/>
                    </a:p>
                  </a:txBody>
                  <a:tcPr marL="80718" marR="80718" marT="40359" marB="4035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2100" b="1"/>
                        <a:t>120.5 min</a:t>
                      </a:r>
                      <a:endParaRPr lang="en-US" sz="2100"/>
                    </a:p>
                  </a:txBody>
                  <a:tcPr marL="80718" marR="80718" marT="40359" marB="4035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2100" b="1"/>
                        <a:t>0.85 s</a:t>
                      </a:r>
                      <a:endParaRPr lang="en-US" sz="2100"/>
                    </a:p>
                  </a:txBody>
                  <a:tcPr marL="80718" marR="80718" marT="40359" marB="4035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18202874"/>
                  </a:ext>
                </a:extLst>
              </a:tr>
            </a:tbl>
          </a:graphicData>
        </a:graphic>
      </p:graphicFrame>
    </p:spTree>
    <p:extLst>
      <p:ext uri="{BB962C8B-B14F-4D97-AF65-F5344CB8AC3E}">
        <p14:creationId xmlns:p14="http://schemas.microsoft.com/office/powerpoint/2010/main" val="3237486765"/>
      </p:ext>
    </p:extLst>
  </p:cSld>
  <p:clrMapOvr>
    <a:masterClrMapping/>
  </p:clrMapOvr>
  <p:transition spd="slow">
    <p:wip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E6F256-0461-6371-C141-21D954C6801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33A1814-C8B5-A618-E310-37256AA8F7F3}"/>
              </a:ext>
            </a:extLst>
          </p:cNvPr>
          <p:cNvSpPr>
            <a:spLocks noGrp="1"/>
          </p:cNvSpPr>
          <p:nvPr>
            <p:ph type="title"/>
          </p:nvPr>
        </p:nvSpPr>
        <p:spPr/>
        <p:txBody>
          <a:bodyPr/>
          <a:lstStyle/>
          <a:p>
            <a:r>
              <a:rPr lang="en-US"/>
              <a:t>PHÂN TÍCH THỜI GIAN XỬ LÝ</a:t>
            </a:r>
          </a:p>
        </p:txBody>
      </p:sp>
      <p:sp>
        <p:nvSpPr>
          <p:cNvPr id="3" name="Content Placeholder 2">
            <a:extLst>
              <a:ext uri="{FF2B5EF4-FFF2-40B4-BE49-F238E27FC236}">
                <a16:creationId xmlns:a16="http://schemas.microsoft.com/office/drawing/2014/main" id="{A89B17B8-75AA-4F21-CF9A-B2143295057A}"/>
              </a:ext>
            </a:extLst>
          </p:cNvPr>
          <p:cNvSpPr>
            <a:spLocks noGrp="1"/>
          </p:cNvSpPr>
          <p:nvPr>
            <p:ph idx="1"/>
          </p:nvPr>
        </p:nvSpPr>
        <p:spPr>
          <a:xfrm>
            <a:off x="719669" y="840509"/>
            <a:ext cx="10918149" cy="5172364"/>
          </a:xfrm>
        </p:spPr>
        <p:txBody>
          <a:bodyPr/>
          <a:lstStyle/>
          <a:p>
            <a:pPr indent="-345009">
              <a:lnSpc>
                <a:spcPct val="140000"/>
              </a:lnSpc>
              <a:buFont typeface="Arial" panose="020B0604020202020204" pitchFamily="34" charset="0"/>
              <a:buChar char="•"/>
            </a:pPr>
            <a:r>
              <a:rPr lang="en-US" sz="2100"/>
              <a:t>Thời gian huấn luyện: </a:t>
            </a:r>
          </a:p>
          <a:p>
            <a:pPr lvl="1" indent="-345009">
              <a:lnSpc>
                <a:spcPct val="140000"/>
              </a:lnSpc>
              <a:buFont typeface="Arial" panose="020B0604020202020204" pitchFamily="34" charset="0"/>
              <a:buChar char="•"/>
            </a:pPr>
            <a:r>
              <a:rPr lang="en-US" sz="2100"/>
              <a:t>TF-IDF + SVM: Nhanh nhất – chỉ ~0.05 phút (ưu thế ML truyền thống) </a:t>
            </a:r>
          </a:p>
          <a:p>
            <a:pPr lvl="1" indent="-345009">
              <a:lnSpc>
                <a:spcPct val="140000"/>
              </a:lnSpc>
              <a:buFont typeface="Arial" panose="020B0604020202020204" pitchFamily="34" charset="0"/>
              <a:buChar char="•"/>
            </a:pPr>
            <a:r>
              <a:rPr lang="en-US" sz="2100"/>
              <a:t>LSTM/BiLSTM: Trung bình – ~4 phút (xử lý tuần tự, embedding) </a:t>
            </a:r>
          </a:p>
          <a:p>
            <a:pPr lvl="1" indent="-345009">
              <a:lnSpc>
                <a:spcPct val="140000"/>
              </a:lnSpc>
              <a:buFont typeface="Arial" panose="020B0604020202020204" pitchFamily="34" charset="0"/>
              <a:buChar char="•"/>
            </a:pPr>
            <a:r>
              <a:rPr lang="en-US" sz="2100"/>
              <a:t>PhoBERT: Lâu nhất – ~95 phút</a:t>
            </a:r>
          </a:p>
          <a:p>
            <a:pPr indent="-345009">
              <a:lnSpc>
                <a:spcPct val="140000"/>
              </a:lnSpc>
              <a:buFont typeface="Arial" panose="020B0604020202020204" pitchFamily="34" charset="0"/>
              <a:buChar char="•"/>
            </a:pPr>
            <a:r>
              <a:rPr lang="en-US" sz="2100"/>
              <a:t>Thời gian suy luận (Inference): </a:t>
            </a:r>
          </a:p>
          <a:p>
            <a:pPr lvl="1" indent="-345009">
              <a:lnSpc>
                <a:spcPct val="140000"/>
              </a:lnSpc>
              <a:buFont typeface="Arial" panose="020B0604020202020204" pitchFamily="34" charset="0"/>
              <a:buChar char="•"/>
            </a:pPr>
            <a:r>
              <a:rPr lang="en-US" sz="2100"/>
              <a:t>TF-IDF + SVM: ~1.5ms/mẫu – nhanh nhất </a:t>
            </a:r>
          </a:p>
          <a:p>
            <a:pPr lvl="1" indent="-345009">
              <a:lnSpc>
                <a:spcPct val="140000"/>
              </a:lnSpc>
              <a:buFont typeface="Arial" panose="020B0604020202020204" pitchFamily="34" charset="0"/>
              <a:buChar char="•"/>
            </a:pPr>
            <a:r>
              <a:rPr lang="en-US" sz="2100"/>
              <a:t>LSTM/BiLSTM: ~7.5ms/mẫu – vẫn tốt cho real-time </a:t>
            </a:r>
          </a:p>
          <a:p>
            <a:pPr lvl="1" indent="-345009">
              <a:lnSpc>
                <a:spcPct val="140000"/>
              </a:lnSpc>
              <a:buFont typeface="Arial" panose="020B0604020202020204" pitchFamily="34" charset="0"/>
              <a:buChar char="•"/>
            </a:pPr>
            <a:r>
              <a:rPr lang="en-US" sz="2100"/>
              <a:t>PhoBERT: ~9ms/mẫu – vẫn nằm trong ngưỡng chấp nhận cho production </a:t>
            </a:r>
          </a:p>
          <a:p>
            <a:pPr indent="-345009">
              <a:lnSpc>
                <a:spcPct val="140000"/>
              </a:lnSpc>
              <a:buFont typeface="Arial" panose="020B0604020202020204" pitchFamily="34" charset="0"/>
              <a:buChar char="•"/>
            </a:pPr>
            <a:r>
              <a:rPr lang="en-US" sz="2100"/>
              <a:t>Kết luận: 9ms cho suy luận hoàn toàn đáp ứng được ứng dụng web thời gian thực. </a:t>
            </a:r>
          </a:p>
          <a:p>
            <a:pPr marL="112180" indent="0">
              <a:lnSpc>
                <a:spcPct val="140000"/>
              </a:lnSpc>
              <a:buNone/>
            </a:pPr>
            <a:r>
              <a:rPr lang="en-US" sz="2100"/>
              <a:t>     Chi phí huấn luyện lâu hơn nhưng chỉ cần chạy một lần</a:t>
            </a:r>
            <a:endParaRPr lang="vi-VN" sz="2100">
              <a:solidFill>
                <a:schemeClr val="tx1"/>
              </a:solidFill>
            </a:endParaRPr>
          </a:p>
        </p:txBody>
      </p:sp>
    </p:spTree>
    <p:extLst>
      <p:ext uri="{BB962C8B-B14F-4D97-AF65-F5344CB8AC3E}">
        <p14:creationId xmlns:p14="http://schemas.microsoft.com/office/powerpoint/2010/main" val="1886064386"/>
      </p:ext>
    </p:extLst>
  </p:cSld>
  <p:clrMapOvr>
    <a:masterClrMapping/>
  </p:clrMapOvr>
  <p:transition spd="slow">
    <p:wip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507FA3-3753-897F-2003-DCDB9644028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85D4C49-83D8-C4CE-00F8-3B2BB7AB38D8}"/>
              </a:ext>
            </a:extLst>
          </p:cNvPr>
          <p:cNvSpPr>
            <a:spLocks noGrp="1"/>
          </p:cNvSpPr>
          <p:nvPr>
            <p:ph type="title"/>
          </p:nvPr>
        </p:nvSpPr>
        <p:spPr/>
        <p:txBody>
          <a:bodyPr/>
          <a:lstStyle/>
          <a:p>
            <a:r>
              <a:rPr lang="en-US"/>
              <a:t>KẾT QUẢ HUẤN LUYỆN MÔ HÌNH PHOBERT</a:t>
            </a:r>
          </a:p>
        </p:txBody>
      </p:sp>
      <p:pic>
        <p:nvPicPr>
          <p:cNvPr id="4" name="Picture 3">
            <a:extLst>
              <a:ext uri="{FF2B5EF4-FFF2-40B4-BE49-F238E27FC236}">
                <a16:creationId xmlns:a16="http://schemas.microsoft.com/office/drawing/2014/main" id="{A0E923F2-E96C-3371-E8DB-0687A1505993}"/>
              </a:ext>
            </a:extLst>
          </p:cNvPr>
          <p:cNvPicPr>
            <a:picLocks noChangeAspect="1"/>
          </p:cNvPicPr>
          <p:nvPr/>
        </p:nvPicPr>
        <p:blipFill>
          <a:blip r:embed="rId3"/>
          <a:stretch>
            <a:fillRect/>
          </a:stretch>
        </p:blipFill>
        <p:spPr>
          <a:xfrm>
            <a:off x="7001398" y="1205115"/>
            <a:ext cx="4902310" cy="4068415"/>
          </a:xfrm>
          <a:prstGeom prst="rect">
            <a:avLst/>
          </a:prstGeom>
        </p:spPr>
      </p:pic>
      <p:pic>
        <p:nvPicPr>
          <p:cNvPr id="5" name="Picture 4">
            <a:extLst>
              <a:ext uri="{FF2B5EF4-FFF2-40B4-BE49-F238E27FC236}">
                <a16:creationId xmlns:a16="http://schemas.microsoft.com/office/drawing/2014/main" id="{A119FD34-B491-41C6-B991-F6010B96A1D2}"/>
              </a:ext>
            </a:extLst>
          </p:cNvPr>
          <p:cNvPicPr>
            <a:picLocks noChangeAspect="1"/>
          </p:cNvPicPr>
          <p:nvPr/>
        </p:nvPicPr>
        <p:blipFill>
          <a:blip r:embed="rId4"/>
          <a:stretch>
            <a:fillRect/>
          </a:stretch>
        </p:blipFill>
        <p:spPr>
          <a:xfrm>
            <a:off x="352947" y="1205115"/>
            <a:ext cx="6445017" cy="3544743"/>
          </a:xfrm>
          <a:prstGeom prst="rect">
            <a:avLst/>
          </a:prstGeom>
        </p:spPr>
      </p:pic>
    </p:spTree>
    <p:extLst>
      <p:ext uri="{BB962C8B-B14F-4D97-AF65-F5344CB8AC3E}">
        <p14:creationId xmlns:p14="http://schemas.microsoft.com/office/powerpoint/2010/main" val="1965785930"/>
      </p:ext>
    </p:extLst>
  </p:cSld>
  <p:clrMapOvr>
    <a:masterClrMapping/>
  </p:clrMapOvr>
  <p:transition spd="slow">
    <p:wip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47AF5F-9341-F7B6-EA18-0273C48BAC5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D56A5C2-047C-541E-F90F-E977165BB662}"/>
              </a:ext>
            </a:extLst>
          </p:cNvPr>
          <p:cNvSpPr>
            <a:spLocks noGrp="1"/>
          </p:cNvSpPr>
          <p:nvPr>
            <p:ph type="title"/>
          </p:nvPr>
        </p:nvSpPr>
        <p:spPr/>
        <p:txBody>
          <a:bodyPr/>
          <a:lstStyle/>
          <a:p>
            <a:r>
              <a:rPr lang="en-US"/>
              <a:t>TRIỂN KHAI HỆ THỐNG</a:t>
            </a:r>
          </a:p>
        </p:txBody>
      </p:sp>
      <p:pic>
        <p:nvPicPr>
          <p:cNvPr id="8" name="Picture 7">
            <a:extLst>
              <a:ext uri="{FF2B5EF4-FFF2-40B4-BE49-F238E27FC236}">
                <a16:creationId xmlns:a16="http://schemas.microsoft.com/office/drawing/2014/main" id="{5353C477-A492-0EB7-7CC4-C91DD0DDF83E}"/>
              </a:ext>
            </a:extLst>
          </p:cNvPr>
          <p:cNvPicPr>
            <a:picLocks noChangeAspect="1"/>
          </p:cNvPicPr>
          <p:nvPr/>
        </p:nvPicPr>
        <p:blipFill>
          <a:blip r:embed="rId3"/>
          <a:stretch>
            <a:fillRect/>
          </a:stretch>
        </p:blipFill>
        <p:spPr>
          <a:xfrm>
            <a:off x="1494580" y="941732"/>
            <a:ext cx="9202839" cy="4406122"/>
          </a:xfrm>
          <a:prstGeom prst="rect">
            <a:avLst/>
          </a:prstGeom>
        </p:spPr>
      </p:pic>
    </p:spTree>
    <p:extLst>
      <p:ext uri="{BB962C8B-B14F-4D97-AF65-F5344CB8AC3E}">
        <p14:creationId xmlns:p14="http://schemas.microsoft.com/office/powerpoint/2010/main" val="3795367150"/>
      </p:ext>
    </p:extLst>
  </p:cSld>
  <p:clrMapOvr>
    <a:masterClrMapping/>
  </p:clrMapOvr>
  <p:transition spd="slow">
    <p:wip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970092-0AE0-1A7E-84A7-D5DEE699730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8575917-2515-6843-9049-5457A840A5E5}"/>
              </a:ext>
            </a:extLst>
          </p:cNvPr>
          <p:cNvSpPr>
            <a:spLocks noGrp="1"/>
          </p:cNvSpPr>
          <p:nvPr>
            <p:ph type="title"/>
          </p:nvPr>
        </p:nvSpPr>
        <p:spPr/>
        <p:txBody>
          <a:bodyPr/>
          <a:lstStyle/>
          <a:p>
            <a:r>
              <a:rPr lang="en-US"/>
              <a:t>TRIỂN KHAI HỆ THỐNG</a:t>
            </a:r>
          </a:p>
        </p:txBody>
      </p:sp>
      <p:pic>
        <p:nvPicPr>
          <p:cNvPr id="3" name="Picture 2">
            <a:extLst>
              <a:ext uri="{FF2B5EF4-FFF2-40B4-BE49-F238E27FC236}">
                <a16:creationId xmlns:a16="http://schemas.microsoft.com/office/drawing/2014/main" id="{D9483267-3B58-694E-6702-7ACD51508079}"/>
              </a:ext>
            </a:extLst>
          </p:cNvPr>
          <p:cNvPicPr>
            <a:picLocks noChangeAspect="1"/>
          </p:cNvPicPr>
          <p:nvPr/>
        </p:nvPicPr>
        <p:blipFill>
          <a:blip r:embed="rId3"/>
          <a:stretch>
            <a:fillRect/>
          </a:stretch>
        </p:blipFill>
        <p:spPr>
          <a:xfrm>
            <a:off x="1483284" y="990772"/>
            <a:ext cx="9225431" cy="4407785"/>
          </a:xfrm>
          <a:prstGeom prst="rect">
            <a:avLst/>
          </a:prstGeom>
        </p:spPr>
      </p:pic>
    </p:spTree>
    <p:extLst>
      <p:ext uri="{BB962C8B-B14F-4D97-AF65-F5344CB8AC3E}">
        <p14:creationId xmlns:p14="http://schemas.microsoft.com/office/powerpoint/2010/main" val="2133086849"/>
      </p:ext>
    </p:extLst>
  </p:cSld>
  <p:clrMapOvr>
    <a:masterClrMapping/>
  </p:clrMapOvr>
  <p:transition spd="slow">
    <p:wip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0375A1-0E07-F509-AC89-5846DAC487D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F454B02-195A-F046-4FE7-14F39ECFFD97}"/>
              </a:ext>
            </a:extLst>
          </p:cNvPr>
          <p:cNvSpPr>
            <a:spLocks noGrp="1"/>
          </p:cNvSpPr>
          <p:nvPr>
            <p:ph type="title"/>
          </p:nvPr>
        </p:nvSpPr>
        <p:spPr/>
        <p:txBody>
          <a:bodyPr/>
          <a:lstStyle/>
          <a:p>
            <a:r>
              <a:rPr lang="en-US"/>
              <a:t>TRIỂN KHAI HỆ THỐNG</a:t>
            </a:r>
          </a:p>
        </p:txBody>
      </p:sp>
      <p:pic>
        <p:nvPicPr>
          <p:cNvPr id="3" name="Picture 2">
            <a:extLst>
              <a:ext uri="{FF2B5EF4-FFF2-40B4-BE49-F238E27FC236}">
                <a16:creationId xmlns:a16="http://schemas.microsoft.com/office/drawing/2014/main" id="{9C7FD627-F974-4E5F-3F08-E51F40E3F32F}"/>
              </a:ext>
            </a:extLst>
          </p:cNvPr>
          <p:cNvPicPr>
            <a:picLocks noChangeAspect="1"/>
          </p:cNvPicPr>
          <p:nvPr/>
        </p:nvPicPr>
        <p:blipFill>
          <a:blip r:embed="rId3"/>
          <a:stretch>
            <a:fillRect/>
          </a:stretch>
        </p:blipFill>
        <p:spPr>
          <a:xfrm>
            <a:off x="1529469" y="991407"/>
            <a:ext cx="9133061" cy="4361638"/>
          </a:xfrm>
          <a:prstGeom prst="rect">
            <a:avLst/>
          </a:prstGeom>
        </p:spPr>
      </p:pic>
    </p:spTree>
    <p:extLst>
      <p:ext uri="{BB962C8B-B14F-4D97-AF65-F5344CB8AC3E}">
        <p14:creationId xmlns:p14="http://schemas.microsoft.com/office/powerpoint/2010/main" val="2786307516"/>
      </p:ext>
    </p:extLst>
  </p:cSld>
  <p:clrMapOvr>
    <a:masterClrMapping/>
  </p:clrMapOvr>
  <p:transition spd="slow">
    <p:wip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B25A60-A54E-4677-7D14-C0C98141017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479BD8C-D2BA-F9BD-35EA-815C55C5C46F}"/>
              </a:ext>
            </a:extLst>
          </p:cNvPr>
          <p:cNvSpPr>
            <a:spLocks noGrp="1"/>
          </p:cNvSpPr>
          <p:nvPr>
            <p:ph type="title"/>
          </p:nvPr>
        </p:nvSpPr>
        <p:spPr/>
        <p:txBody>
          <a:bodyPr/>
          <a:lstStyle/>
          <a:p>
            <a:r>
              <a:rPr lang="en-US"/>
              <a:t>TRIỂN KHAI HỆ THỐNG</a:t>
            </a:r>
          </a:p>
        </p:txBody>
      </p:sp>
      <p:pic>
        <p:nvPicPr>
          <p:cNvPr id="4" name="Picture 3">
            <a:extLst>
              <a:ext uri="{FF2B5EF4-FFF2-40B4-BE49-F238E27FC236}">
                <a16:creationId xmlns:a16="http://schemas.microsoft.com/office/drawing/2014/main" id="{385F1CAB-3AD4-B7FA-DBCE-0EEE2F62C6E7}"/>
              </a:ext>
            </a:extLst>
          </p:cNvPr>
          <p:cNvPicPr>
            <a:picLocks noChangeAspect="1"/>
          </p:cNvPicPr>
          <p:nvPr/>
        </p:nvPicPr>
        <p:blipFill>
          <a:blip r:embed="rId3"/>
          <a:stretch>
            <a:fillRect/>
          </a:stretch>
        </p:blipFill>
        <p:spPr>
          <a:xfrm>
            <a:off x="1540339" y="1021687"/>
            <a:ext cx="9111322" cy="4372350"/>
          </a:xfrm>
          <a:prstGeom prst="rect">
            <a:avLst/>
          </a:prstGeom>
        </p:spPr>
      </p:pic>
    </p:spTree>
    <p:extLst>
      <p:ext uri="{BB962C8B-B14F-4D97-AF65-F5344CB8AC3E}">
        <p14:creationId xmlns:p14="http://schemas.microsoft.com/office/powerpoint/2010/main" val="3235589863"/>
      </p:ext>
    </p:extLst>
  </p:cSld>
  <p:clrMapOvr>
    <a:masterClrMapping/>
  </p:clrMapOvr>
  <p:transition spd="slow">
    <p:wip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EFB68D-1C45-CBBE-7FE4-0261CCA3FFC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04C4809-062A-A121-EEDD-43C04710C765}"/>
              </a:ext>
            </a:extLst>
          </p:cNvPr>
          <p:cNvSpPr>
            <a:spLocks noGrp="1"/>
          </p:cNvSpPr>
          <p:nvPr>
            <p:ph type="title"/>
          </p:nvPr>
        </p:nvSpPr>
        <p:spPr/>
        <p:txBody>
          <a:bodyPr/>
          <a:lstStyle/>
          <a:p>
            <a:r>
              <a:rPr lang="en-US"/>
              <a:t>KẾT LUẬN</a:t>
            </a:r>
          </a:p>
        </p:txBody>
      </p:sp>
      <p:sp>
        <p:nvSpPr>
          <p:cNvPr id="3" name="Content Placeholder 2">
            <a:extLst>
              <a:ext uri="{FF2B5EF4-FFF2-40B4-BE49-F238E27FC236}">
                <a16:creationId xmlns:a16="http://schemas.microsoft.com/office/drawing/2014/main" id="{3256BD0C-57DB-9271-BF91-5BAE4B4B9E24}"/>
              </a:ext>
            </a:extLst>
          </p:cNvPr>
          <p:cNvSpPr>
            <a:spLocks noGrp="1"/>
          </p:cNvSpPr>
          <p:nvPr>
            <p:ph idx="1"/>
          </p:nvPr>
        </p:nvSpPr>
        <p:spPr>
          <a:xfrm>
            <a:off x="405633" y="925945"/>
            <a:ext cx="11786367" cy="5031510"/>
          </a:xfrm>
        </p:spPr>
        <p:txBody>
          <a:bodyPr/>
          <a:lstStyle/>
          <a:p>
            <a:pPr marL="112180" indent="0">
              <a:lnSpc>
                <a:spcPct val="140000"/>
              </a:lnSpc>
              <a:buNone/>
            </a:pPr>
            <a:r>
              <a:rPr lang="en-US" sz="2100"/>
              <a:t>Kết luận: </a:t>
            </a:r>
          </a:p>
          <a:p>
            <a:pPr marL="573088" indent="-287338">
              <a:lnSpc>
                <a:spcPct val="140000"/>
              </a:lnSpc>
              <a:buFont typeface="Arial" panose="020B0604020202020204" pitchFamily="34" charset="0"/>
              <a:buChar char="•"/>
            </a:pPr>
            <a:r>
              <a:rPr lang="en-US" sz="2100"/>
              <a:t>Hệ thống đạt mục tiêu: PhoBERT accuracy 88.45%, F1-score 88.23% – vượt ngưỡng 85% </a:t>
            </a:r>
          </a:p>
          <a:p>
            <a:pPr marL="573088" indent="-287338">
              <a:lnSpc>
                <a:spcPct val="140000"/>
              </a:lnSpc>
              <a:buFont typeface="Arial" panose="020B0604020202020204" pitchFamily="34" charset="0"/>
              <a:buChar char="•"/>
            </a:pPr>
            <a:r>
              <a:rPr lang="en-US" sz="2100"/>
              <a:t>Pipeline hoạt động ổn định, 8/8 kịch bản kiểm thử PASS </a:t>
            </a:r>
          </a:p>
          <a:p>
            <a:pPr marL="573088" indent="-287338">
              <a:lnSpc>
                <a:spcPct val="140000"/>
              </a:lnSpc>
              <a:buFont typeface="Arial" panose="020B0604020202020204" pitchFamily="34" charset="0"/>
              <a:buChar char="•"/>
            </a:pPr>
            <a:r>
              <a:rPr lang="en-US" sz="2100"/>
              <a:t>Inference time 9ms/mẫu – đáp ứng tốt cho ứng dụng thời gian thực</a:t>
            </a:r>
          </a:p>
          <a:p>
            <a:pPr marL="112180" indent="0">
              <a:lnSpc>
                <a:spcPct val="140000"/>
              </a:lnSpc>
              <a:buNone/>
            </a:pPr>
            <a:r>
              <a:rPr lang="en-US" sz="2100"/>
              <a:t>Hướng phát triển: </a:t>
            </a:r>
          </a:p>
          <a:p>
            <a:pPr marL="573088" indent="-287338">
              <a:lnSpc>
                <a:spcPct val="140000"/>
              </a:lnSpc>
              <a:buFont typeface="Arial" panose="020B0604020202020204" pitchFamily="34" charset="0"/>
              <a:buChar char="•"/>
            </a:pPr>
            <a:r>
              <a:rPr lang="en-US" sz="2100"/>
              <a:t>Aspect-based Sentiment Analysis: Phân tích cảm xúc theo từng khía cạnh cụ thể (pin, camera, giao hàng, giá cả) </a:t>
            </a:r>
          </a:p>
          <a:p>
            <a:pPr marL="573088" indent="-287338">
              <a:lnSpc>
                <a:spcPct val="140000"/>
              </a:lnSpc>
              <a:buFont typeface="Arial" panose="020B0604020202020204" pitchFamily="34" charset="0"/>
              <a:buChar char="•"/>
            </a:pPr>
            <a:r>
              <a:rPr lang="en-US" sz="2100"/>
              <a:t>Tích hợp LLM: Nâng cấp Data Assistant thành trợ lý thông minh hơn, tương tác tự nhiên hơn </a:t>
            </a:r>
          </a:p>
          <a:p>
            <a:pPr marL="573088" indent="-287338">
              <a:lnSpc>
                <a:spcPct val="140000"/>
              </a:lnSpc>
              <a:buFont typeface="Arial" panose="020B0604020202020204" pitchFamily="34" charset="0"/>
              <a:buChar char="•"/>
            </a:pPr>
            <a:r>
              <a:rPr lang="en-US" sz="2100"/>
              <a:t>Mở rộng nguồn dữ liệu: Thêm các sàn mới (TikTok Shop, Sendo...), </a:t>
            </a:r>
            <a:r>
              <a:rPr lang="vi-VN" sz="2100"/>
              <a:t>tăng kích thước tập dữ liệu</a:t>
            </a:r>
            <a:endParaRPr lang="vi-VN" sz="2100">
              <a:solidFill>
                <a:schemeClr val="tx1"/>
              </a:solidFill>
            </a:endParaRPr>
          </a:p>
        </p:txBody>
      </p:sp>
    </p:spTree>
    <p:extLst>
      <p:ext uri="{BB962C8B-B14F-4D97-AF65-F5344CB8AC3E}">
        <p14:creationId xmlns:p14="http://schemas.microsoft.com/office/powerpoint/2010/main" val="925148053"/>
      </p:ext>
    </p:extLst>
  </p:cSld>
  <p:clrMapOvr>
    <a:masterClrMapping/>
  </p:clrMapOvr>
  <p:transition spd="slow">
    <p:wip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EBB10A1-2FBF-E935-74F5-1A57A63B3678}"/>
              </a:ext>
            </a:extLst>
          </p:cNvPr>
          <p:cNvSpPr>
            <a:spLocks noGrp="1"/>
          </p:cNvSpPr>
          <p:nvPr>
            <p:ph idx="1"/>
          </p:nvPr>
        </p:nvSpPr>
        <p:spPr>
          <a:xfrm>
            <a:off x="2927648" y="2468893"/>
            <a:ext cx="6576731" cy="2226568"/>
          </a:xfrm>
        </p:spPr>
        <p:txBody>
          <a:bodyPr/>
          <a:lstStyle/>
          <a:p>
            <a:pPr marL="0" indent="0" algn="ctr">
              <a:buNone/>
            </a:pPr>
            <a:r>
              <a:rPr lang="en-US" sz="4000">
                <a:solidFill>
                  <a:schemeClr val="tx1"/>
                </a:solidFill>
                <a:ea typeface="DengXian" panose="02010600030101010101" pitchFamily="2" charset="-122"/>
                <a:cs typeface="Arial" panose="020B0604020202020204" pitchFamily="34" charset="0"/>
              </a:rPr>
              <a:t>Em </a:t>
            </a:r>
            <a:r>
              <a:rPr lang="en-US" sz="4000" err="1">
                <a:solidFill>
                  <a:schemeClr val="tx1"/>
                </a:solidFill>
                <a:ea typeface="DengXian" panose="02010600030101010101" pitchFamily="2" charset="-122"/>
                <a:cs typeface="Arial" panose="020B0604020202020204" pitchFamily="34" charset="0"/>
              </a:rPr>
              <a:t>xin</a:t>
            </a:r>
            <a:r>
              <a:rPr lang="en-US" sz="4000">
                <a:solidFill>
                  <a:schemeClr val="tx1"/>
                </a:solidFill>
                <a:ea typeface="DengXian" panose="02010600030101010101" pitchFamily="2" charset="-122"/>
                <a:cs typeface="Arial" panose="020B0604020202020204" pitchFamily="34" charset="0"/>
              </a:rPr>
              <a:t> cảm ơn thầy và cô đã </a:t>
            </a:r>
            <a:r>
              <a:rPr lang="en-US" sz="4000" err="1">
                <a:solidFill>
                  <a:schemeClr val="tx1"/>
                </a:solidFill>
                <a:ea typeface="DengXian" panose="02010600030101010101" pitchFamily="2" charset="-122"/>
                <a:cs typeface="Arial" panose="020B0604020202020204" pitchFamily="34" charset="0"/>
              </a:rPr>
              <a:t>lắng</a:t>
            </a:r>
            <a:r>
              <a:rPr lang="en-US" sz="4000">
                <a:solidFill>
                  <a:schemeClr val="tx1"/>
                </a:solidFill>
                <a:ea typeface="DengXian" panose="02010600030101010101" pitchFamily="2" charset="-122"/>
                <a:cs typeface="Arial" panose="020B0604020202020204" pitchFamily="34" charset="0"/>
              </a:rPr>
              <a:t> </a:t>
            </a:r>
            <a:r>
              <a:rPr lang="en-US" sz="4000" err="1">
                <a:solidFill>
                  <a:schemeClr val="tx1"/>
                </a:solidFill>
                <a:ea typeface="DengXian" panose="02010600030101010101" pitchFamily="2" charset="-122"/>
                <a:cs typeface="Arial" panose="020B0604020202020204" pitchFamily="34" charset="0"/>
              </a:rPr>
              <a:t>nghe</a:t>
            </a:r>
            <a:r>
              <a:rPr lang="en-US" sz="4000">
                <a:solidFill>
                  <a:schemeClr val="tx1"/>
                </a:solidFill>
                <a:ea typeface="DengXian" panose="02010600030101010101" pitchFamily="2" charset="-122"/>
                <a:cs typeface="Arial" panose="020B0604020202020204" pitchFamily="34" charset="0"/>
              </a:rPr>
              <a:t> </a:t>
            </a:r>
            <a:r>
              <a:rPr lang="en-US" sz="4000" err="1">
                <a:solidFill>
                  <a:schemeClr val="tx1"/>
                </a:solidFill>
                <a:ea typeface="DengXian" panose="02010600030101010101" pitchFamily="2" charset="-122"/>
                <a:cs typeface="Arial" panose="020B0604020202020204" pitchFamily="34" charset="0"/>
              </a:rPr>
              <a:t>và</a:t>
            </a:r>
            <a:r>
              <a:rPr lang="en-US" sz="4000">
                <a:solidFill>
                  <a:schemeClr val="tx1"/>
                </a:solidFill>
                <a:ea typeface="DengXian" panose="02010600030101010101" pitchFamily="2" charset="-122"/>
                <a:cs typeface="Arial" panose="020B0604020202020204" pitchFamily="34" charset="0"/>
              </a:rPr>
              <a:t> </a:t>
            </a:r>
            <a:r>
              <a:rPr lang="en-US" sz="4000" err="1">
                <a:solidFill>
                  <a:schemeClr val="tx1"/>
                </a:solidFill>
                <a:ea typeface="DengXian" panose="02010600030101010101" pitchFamily="2" charset="-122"/>
                <a:cs typeface="Arial" panose="020B0604020202020204" pitchFamily="34" charset="0"/>
              </a:rPr>
              <a:t>góp</a:t>
            </a:r>
            <a:r>
              <a:rPr lang="en-US" sz="4000">
                <a:solidFill>
                  <a:schemeClr val="tx1"/>
                </a:solidFill>
                <a:ea typeface="DengXian" panose="02010600030101010101" pitchFamily="2" charset="-122"/>
                <a:cs typeface="Arial" panose="020B0604020202020204" pitchFamily="34" charset="0"/>
              </a:rPr>
              <a:t> ý</a:t>
            </a:r>
            <a:endParaRPr lang="en-US" sz="4000" b="1">
              <a:solidFill>
                <a:schemeClr val="tx1"/>
              </a:solidFill>
            </a:endParaRPr>
          </a:p>
        </p:txBody>
      </p:sp>
    </p:spTree>
    <p:extLst>
      <p:ext uri="{BB962C8B-B14F-4D97-AF65-F5344CB8AC3E}">
        <p14:creationId xmlns:p14="http://schemas.microsoft.com/office/powerpoint/2010/main" val="283217452"/>
      </p:ext>
    </p:extLst>
  </p:cSld>
  <p:clrMapOvr>
    <a:masterClrMapping/>
  </p:clrMapOvr>
  <p:transition spd="slow">
    <p:wip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mmc_slide_template">
  <a:themeElements>
    <a:clrScheme name="LS3 Scheme">
      <a:dk1>
        <a:srgbClr val="000000"/>
      </a:dk1>
      <a:lt1>
        <a:srgbClr val="FFFFFF"/>
      </a:lt1>
      <a:dk2>
        <a:srgbClr val="000000"/>
      </a:dk2>
      <a:lt2>
        <a:srgbClr val="969696"/>
      </a:lt2>
      <a:accent1>
        <a:srgbClr val="063D79"/>
      </a:accent1>
      <a:accent2>
        <a:srgbClr val="B92700"/>
      </a:accent2>
      <a:accent3>
        <a:srgbClr val="008439"/>
      </a:accent3>
      <a:accent4>
        <a:srgbClr val="B97000"/>
      </a:accent4>
      <a:accent5>
        <a:srgbClr val="D8DADC"/>
      </a:accent5>
      <a:accent6>
        <a:srgbClr val="3F3F3F"/>
      </a:accent6>
      <a:hlink>
        <a:srgbClr val="063D79"/>
      </a:hlink>
      <a:folHlink>
        <a:srgbClr val="D8DADC"/>
      </a:folHlink>
    </a:clrScheme>
    <a:fontScheme name="Vorlag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w="12700" cap="flat" cmpd="sng" algn="ctr">
          <a:solidFill>
            <a:schemeClr val="tx1"/>
          </a:solidFill>
          <a:prstDash val="solid"/>
          <a:round/>
          <a:headEnd type="none" w="sm" len="sm"/>
          <a:tailEnd type="none" w="sm" len="sm"/>
        </a:ln>
        <a:effectLst/>
      </a:spPr>
      <a:bodyPr vert="horz" wrap="square" lIns="91440" tIns="45720" rIns="91440" bIns="45720" numCol="1" rtlCol="0"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sz="1600" b="1" i="0" u="none" strike="noStrike" cap="none" normalizeH="0" baseline="0" dirty="0" smtClean="0">
            <a:ln>
              <a:noFill/>
            </a:ln>
            <a:solidFill>
              <a:schemeClr val="tx1"/>
            </a:solidFill>
            <a:effectLst/>
            <a:latin typeface="+mn-lt"/>
          </a:defRPr>
        </a:defPPr>
      </a:lstStyle>
    </a:spDef>
    <a:ln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sm" len="sm"/>
          <a:tailEnd type="none" w="sm" len="sm"/>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400" b="1" i="0" u="none" strike="noStrike" cap="none" normalizeH="0" baseline="0" smtClean="0">
            <a:ln>
              <a:noFill/>
            </a:ln>
            <a:solidFill>
              <a:schemeClr val="tx1"/>
            </a:solidFill>
            <a:effectLst/>
            <a:latin typeface="Arial Rounded MT Bold" pitchFamily="34" charset="0"/>
          </a:defRPr>
        </a:defPPr>
      </a:lstStyle>
    </a:lnDef>
    <a:txDef>
      <a:spPr>
        <a:noFill/>
      </a:spPr>
      <a:bodyPr wrap="square" rtlCol="0">
        <a:spAutoFit/>
      </a:bodyPr>
      <a:lstStyle>
        <a:defPPr>
          <a:defRPr sz="1600" b="0" dirty="0" err="1" smtClean="0">
            <a:latin typeface="+mn-lt"/>
          </a:defRPr>
        </a:defPPr>
      </a:lstStyle>
    </a:txDef>
  </a:objectDefaults>
  <a:extraClrSchemeLst>
    <a:extraClrScheme>
      <a:clrScheme name="Vorlage 1">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Vorlag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33"/>
        </a:hlink>
        <a:folHlink>
          <a:srgbClr val="969696"/>
        </a:folHlink>
      </a:clrScheme>
      <a:clrMap bg1="dk2" tx1="lt1" bg2="dk1" tx2="lt2" accent1="accent1" accent2="accent2" accent3="accent3" accent4="accent4" accent5="accent5" accent6="accent6" hlink="hlink" folHlink="folHlink"/>
    </a:extraClrScheme>
    <a:extraClrScheme>
      <a:clrScheme name="Vorlage 3">
        <a:dk1>
          <a:srgbClr val="000000"/>
        </a:dk1>
        <a:lt1>
          <a:srgbClr val="FFFFCC"/>
        </a:lt1>
        <a:dk2>
          <a:srgbClr val="999933"/>
        </a:dk2>
        <a:lt2>
          <a:srgbClr val="808000"/>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Vorlage 4">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Vorlage 5">
        <a:dk1>
          <a:srgbClr val="000000"/>
        </a:dk1>
        <a:lt1>
          <a:srgbClr val="FFFFFF"/>
        </a:lt1>
        <a:dk2>
          <a:srgbClr val="000000"/>
        </a:dk2>
        <a:lt2>
          <a:srgbClr val="9F9F9F"/>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Vorlage 6">
        <a:dk1>
          <a:srgbClr val="000000"/>
        </a:dk1>
        <a:lt1>
          <a:srgbClr val="FFFFFF"/>
        </a:lt1>
        <a:dk2>
          <a:srgbClr val="000000"/>
        </a:dk2>
        <a:lt2>
          <a:srgbClr val="868686"/>
        </a:lt2>
        <a:accent1>
          <a:srgbClr val="CBCBCB"/>
        </a:accent1>
        <a:accent2>
          <a:srgbClr val="0066FF"/>
        </a:accent2>
        <a:accent3>
          <a:srgbClr val="FFFFFF"/>
        </a:accent3>
        <a:accent4>
          <a:srgbClr val="000000"/>
        </a:accent4>
        <a:accent5>
          <a:srgbClr val="E2E2E2"/>
        </a:accent5>
        <a:accent6>
          <a:srgbClr val="005CE7"/>
        </a:accent6>
        <a:hlink>
          <a:srgbClr val="FF0033"/>
        </a:hlink>
        <a:folHlink>
          <a:srgbClr val="009900"/>
        </a:folHlink>
      </a:clrScheme>
      <a:clrMap bg1="lt1" tx1="dk1" bg2="lt2" tx2="dk2" accent1="accent1" accent2="accent2" accent3="accent3" accent4="accent4" accent5="accent5" accent6="accent6" hlink="hlink" folHlink="folHlink"/>
    </a:extraClrScheme>
    <a:extraClrScheme>
      <a:clrScheme name="Vorlage 7">
        <a:dk1>
          <a:srgbClr val="000000"/>
        </a:dk1>
        <a:lt1>
          <a:srgbClr val="FFFFFF"/>
        </a:lt1>
        <a:dk2>
          <a:srgbClr val="000000"/>
        </a:dk2>
        <a:lt2>
          <a:srgbClr val="969696"/>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Präsentation1" id="{639762E9-692F-4C04-81D7-89056E7DD7FB}" vid="{0EDAB05A-F13C-4C86-9B45-9C11FD583B44}"/>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81</TotalTime>
  <Words>1592</Words>
  <Application>Microsoft Office PowerPoint</Application>
  <PresentationFormat>Widescreen</PresentationFormat>
  <Paragraphs>214</Paragraphs>
  <Slides>20</Slides>
  <Notes>19</Notes>
  <HiddenSlides>0</HiddenSlides>
  <MMClips>0</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20</vt:i4>
      </vt:variant>
    </vt:vector>
  </HeadingPairs>
  <TitlesOfParts>
    <vt:vector size="30" baseType="lpstr">
      <vt:lpstr>DengXian</vt:lpstr>
      <vt:lpstr>Arial</vt:lpstr>
      <vt:lpstr>Calibri</vt:lpstr>
      <vt:lpstr>Calibri Light</vt:lpstr>
      <vt:lpstr>Roboto</vt:lpstr>
      <vt:lpstr>Times New Roman</vt:lpstr>
      <vt:lpstr>Wingdings</vt:lpstr>
      <vt:lpstr>Wingdings 3</vt:lpstr>
      <vt:lpstr>Office Theme</vt:lpstr>
      <vt:lpstr>mmc_slide_template</vt:lpstr>
      <vt:lpstr>BÁO CÁO CHUYÊN ĐỀ</vt:lpstr>
      <vt:lpstr>LÝ DO CHỌN ĐỀ TÀI</vt:lpstr>
      <vt:lpstr>MỤC TIÊU VÀ PHẠM VI NGHIÊN CỨU</vt:lpstr>
      <vt:lpstr>TỔNG QUAN BÀI TOÁN PHÂN TÍCH CẢM XÚC</vt:lpstr>
      <vt:lpstr>ĐẶC TRƯNG DỮ LIỆU TIẾNG VIỆT</vt:lpstr>
      <vt:lpstr>CÁC HƯỚNG TIẾP CẬN MÔ HÌNH</vt:lpstr>
      <vt:lpstr>THU THẬP DỮ LIỆU</vt:lpstr>
      <vt:lpstr>TIỀN XỬ LÝ VĂN BẢN TIẾNG VIỆT</vt:lpstr>
      <vt:lpstr>KIẾN TRÚC HỆ THỐNG TỔNG THỂ</vt:lpstr>
      <vt:lpstr>LUỒNG DỮ LIỆU</vt:lpstr>
      <vt:lpstr>THỐNG KÊ BỘ DỮ LIỆU THỰC NGHIỆM</vt:lpstr>
      <vt:lpstr>KẾT QUẢ SO SÁNH HIỆU SUẤT CÁC MÔ HÌNH</vt:lpstr>
      <vt:lpstr>PHÂN TÍCH THỜI GIAN XỬ LÝ</vt:lpstr>
      <vt:lpstr>KẾT QUẢ HUẤN LUYỆN MÔ HÌNH PHOBERT</vt:lpstr>
      <vt:lpstr>TRIỂN KHAI HỆ THỐNG</vt:lpstr>
      <vt:lpstr>TRIỂN KHAI HỆ THỐNG</vt:lpstr>
      <vt:lpstr>TRIỂN KHAI HỆ THỐNG</vt:lpstr>
      <vt:lpstr>TRIỂN KHAI HỆ THỐNG</vt:lpstr>
      <vt:lpstr>KẾT LUẬN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Bông Nguyễn</dc:creator>
  <cp:lastModifiedBy>Bông Nguyễn</cp:lastModifiedBy>
  <cp:revision>16</cp:revision>
  <dcterms:created xsi:type="dcterms:W3CDTF">2026-06-21T23:58:24Z</dcterms:created>
  <dcterms:modified xsi:type="dcterms:W3CDTF">2026-06-22T01:20:03Z</dcterms:modified>
</cp:coreProperties>
</file>